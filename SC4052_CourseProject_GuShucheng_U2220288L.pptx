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21"/>
  </p:notesMasterIdLst>
  <p:sldIdLst>
    <p:sldId id="256" r:id="rId2"/>
    <p:sldId id="262" r:id="rId3"/>
    <p:sldId id="271" r:id="rId4"/>
    <p:sldId id="265" r:id="rId5"/>
    <p:sldId id="298" r:id="rId6"/>
    <p:sldId id="297" r:id="rId7"/>
    <p:sldId id="269" r:id="rId8"/>
    <p:sldId id="274" r:id="rId9"/>
    <p:sldId id="304" r:id="rId10"/>
    <p:sldId id="303" r:id="rId11"/>
    <p:sldId id="305" r:id="rId12"/>
    <p:sldId id="306" r:id="rId13"/>
    <p:sldId id="307" r:id="rId14"/>
    <p:sldId id="308" r:id="rId15"/>
    <p:sldId id="309" r:id="rId16"/>
    <p:sldId id="310" r:id="rId17"/>
    <p:sldId id="311" r:id="rId18"/>
    <p:sldId id="312" r:id="rId19"/>
    <p:sldId id="313" r:id="rId20"/>
  </p:sldIdLst>
  <p:sldSz cx="9144000" cy="5143500" type="screen16x9"/>
  <p:notesSz cx="6858000" cy="9144000"/>
  <p:embeddedFontLst>
    <p:embeddedFont>
      <p:font typeface="Epilogue" panose="02010600030101010101" charset="0"/>
      <p:regular r:id="rId22"/>
      <p:bold r:id="rId23"/>
      <p:italic r:id="rId24"/>
      <p:boldItalic r:id="rId25"/>
    </p:embeddedFont>
    <p:embeddedFont>
      <p:font typeface="Lato" panose="020F0502020204030203" pitchFamily="34" charset="0"/>
      <p:regular r:id="rId26"/>
      <p:bold r:id="rId27"/>
      <p:italic r:id="rId28"/>
      <p:boldItalic r:id="rId29"/>
    </p:embeddedFont>
    <p:embeddedFont>
      <p:font typeface="Nunito Light" pitchFamily="2" charset="0"/>
      <p:regular r:id="rId30"/>
      <p:italic r:id="rId31"/>
    </p:embeddedFont>
    <p:embeddedFont>
      <p:font typeface="Raleway"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37338D8-5BA9-44AC-9661-A84B2D86E302}">
  <a:tblStyle styleId="{E37338D8-5BA9-44AC-9661-A84B2D86E30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4F1A8C2-0727-4A66-AABD-6E9141163ECE}"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52" y="10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 name="Google Shape;1107;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1"/>
        <p:cNvGrpSpPr/>
        <p:nvPr/>
      </p:nvGrpSpPr>
      <p:grpSpPr>
        <a:xfrm>
          <a:off x="0" y="0"/>
          <a:ext cx="0" cy="0"/>
          <a:chOff x="0" y="0"/>
          <a:chExt cx="0" cy="0"/>
        </a:xfrm>
      </p:grpSpPr>
      <p:sp>
        <p:nvSpPr>
          <p:cNvPr id="1382" name="Google Shape;1382;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3" name="Google Shape;1383;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2">
          <a:extLst>
            <a:ext uri="{FF2B5EF4-FFF2-40B4-BE49-F238E27FC236}">
              <a16:creationId xmlns:a16="http://schemas.microsoft.com/office/drawing/2014/main" id="{1CC4D542-CE3E-CE80-C49E-96551AFF189D}"/>
            </a:ext>
          </a:extLst>
        </p:cNvPr>
        <p:cNvGrpSpPr/>
        <p:nvPr/>
      </p:nvGrpSpPr>
      <p:grpSpPr>
        <a:xfrm>
          <a:off x="0" y="0"/>
          <a:ext cx="0" cy="0"/>
          <a:chOff x="0" y="0"/>
          <a:chExt cx="0" cy="0"/>
        </a:xfrm>
      </p:grpSpPr>
      <p:sp>
        <p:nvSpPr>
          <p:cNvPr id="1303" name="Google Shape;1303;g216241d4a31_0_0:notes">
            <a:extLst>
              <a:ext uri="{FF2B5EF4-FFF2-40B4-BE49-F238E27FC236}">
                <a16:creationId xmlns:a16="http://schemas.microsoft.com/office/drawing/2014/main" id="{233E62B0-31B8-48EF-FB4C-44B33A481F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4" name="Google Shape;1304;g216241d4a31_0_0:notes">
            <a:extLst>
              <a:ext uri="{FF2B5EF4-FFF2-40B4-BE49-F238E27FC236}">
                <a16:creationId xmlns:a16="http://schemas.microsoft.com/office/drawing/2014/main" id="{F9AD27AC-8A25-40A3-9ABA-BF6506F85B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4268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1">
          <a:extLst>
            <a:ext uri="{FF2B5EF4-FFF2-40B4-BE49-F238E27FC236}">
              <a16:creationId xmlns:a16="http://schemas.microsoft.com/office/drawing/2014/main" id="{F5019934-FE88-30AA-0BC7-41D2DF61A519}"/>
            </a:ext>
          </a:extLst>
        </p:cNvPr>
        <p:cNvGrpSpPr/>
        <p:nvPr/>
      </p:nvGrpSpPr>
      <p:grpSpPr>
        <a:xfrm>
          <a:off x="0" y="0"/>
          <a:ext cx="0" cy="0"/>
          <a:chOff x="0" y="0"/>
          <a:chExt cx="0" cy="0"/>
        </a:xfrm>
      </p:grpSpPr>
      <p:sp>
        <p:nvSpPr>
          <p:cNvPr id="1382" name="Google Shape;1382;g54dda1946d_4_2720:notes">
            <a:extLst>
              <a:ext uri="{FF2B5EF4-FFF2-40B4-BE49-F238E27FC236}">
                <a16:creationId xmlns:a16="http://schemas.microsoft.com/office/drawing/2014/main" id="{15C08A07-DE60-75D1-E2DD-A51612BC9E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3" name="Google Shape;1383;g54dda1946d_4_2720:notes">
            <a:extLst>
              <a:ext uri="{FF2B5EF4-FFF2-40B4-BE49-F238E27FC236}">
                <a16:creationId xmlns:a16="http://schemas.microsoft.com/office/drawing/2014/main" id="{99A7804A-ADD5-EE5C-919C-5996269D4A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24490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1"/>
        <p:cNvGrpSpPr/>
        <p:nvPr/>
      </p:nvGrpSpPr>
      <p:grpSpPr>
        <a:xfrm>
          <a:off x="0" y="0"/>
          <a:ext cx="0" cy="0"/>
          <a:chOff x="0" y="0"/>
          <a:chExt cx="0" cy="0"/>
        </a:xfrm>
      </p:grpSpPr>
      <p:sp>
        <p:nvSpPr>
          <p:cNvPr id="1322" name="Google Shape;1322;g54dda1946d_4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3" name="Google Shape;1323;g54dda1946d_4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5"/>
        <p:cNvGrpSpPr/>
        <p:nvPr/>
      </p:nvGrpSpPr>
      <p:grpSpPr>
        <a:xfrm>
          <a:off x="0" y="0"/>
          <a:ext cx="0" cy="0"/>
          <a:chOff x="0" y="0"/>
          <a:chExt cx="0" cy="0"/>
        </a:xfrm>
      </p:grpSpPr>
      <p:sp>
        <p:nvSpPr>
          <p:cNvPr id="1466" name="Google Shape;1466;g1869d044d7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7" name="Google Shape;1467;g1869d044d7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a:extLst>
            <a:ext uri="{FF2B5EF4-FFF2-40B4-BE49-F238E27FC236}">
              <a16:creationId xmlns:a16="http://schemas.microsoft.com/office/drawing/2014/main" id="{BAB9531F-767F-4669-B2E0-A2DDDFC61B67}"/>
            </a:ext>
          </a:extLst>
        </p:cNvPr>
        <p:cNvGrpSpPr/>
        <p:nvPr/>
      </p:nvGrpSpPr>
      <p:grpSpPr>
        <a:xfrm>
          <a:off x="0" y="0"/>
          <a:ext cx="0" cy="0"/>
          <a:chOff x="0" y="0"/>
          <a:chExt cx="0" cy="0"/>
        </a:xfrm>
      </p:grpSpPr>
      <p:sp>
        <p:nvSpPr>
          <p:cNvPr id="1106" name="Google Shape;1106;g54dda1946d_6_332:notes">
            <a:extLst>
              <a:ext uri="{FF2B5EF4-FFF2-40B4-BE49-F238E27FC236}">
                <a16:creationId xmlns:a16="http://schemas.microsoft.com/office/drawing/2014/main" id="{3FC920FC-69AF-DC54-25F0-91B4336519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 name="Google Shape;1107;g54dda1946d_6_332:notes">
            <a:extLst>
              <a:ext uri="{FF2B5EF4-FFF2-40B4-BE49-F238E27FC236}">
                <a16:creationId xmlns:a16="http://schemas.microsoft.com/office/drawing/2014/main" id="{0DA20A07-9268-D407-DE8E-5C954225F0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5619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a:extLst>
            <a:ext uri="{FF2B5EF4-FFF2-40B4-BE49-F238E27FC236}">
              <a16:creationId xmlns:a16="http://schemas.microsoft.com/office/drawing/2014/main" id="{234532C9-51C3-48D1-5330-E51320CC9005}"/>
            </a:ext>
          </a:extLst>
        </p:cNvPr>
        <p:cNvGrpSpPr/>
        <p:nvPr/>
      </p:nvGrpSpPr>
      <p:grpSpPr>
        <a:xfrm>
          <a:off x="0" y="0"/>
          <a:ext cx="0" cy="0"/>
          <a:chOff x="0" y="0"/>
          <a:chExt cx="0" cy="0"/>
        </a:xfrm>
      </p:grpSpPr>
      <p:sp>
        <p:nvSpPr>
          <p:cNvPr id="1106" name="Google Shape;1106;g54dda1946d_6_332:notes">
            <a:extLst>
              <a:ext uri="{FF2B5EF4-FFF2-40B4-BE49-F238E27FC236}">
                <a16:creationId xmlns:a16="http://schemas.microsoft.com/office/drawing/2014/main" id="{4BD47C3A-4A7E-5319-23D0-FC5D450DE9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 name="Google Shape;1107;g54dda1946d_6_332:notes">
            <a:extLst>
              <a:ext uri="{FF2B5EF4-FFF2-40B4-BE49-F238E27FC236}">
                <a16:creationId xmlns:a16="http://schemas.microsoft.com/office/drawing/2014/main" id="{52374A30-97C5-BFB1-3280-0F2B4CBC1F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6202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a:extLst>
            <a:ext uri="{FF2B5EF4-FFF2-40B4-BE49-F238E27FC236}">
              <a16:creationId xmlns:a16="http://schemas.microsoft.com/office/drawing/2014/main" id="{118BDF50-87D6-A21B-16F7-EF4D110F78BF}"/>
            </a:ext>
          </a:extLst>
        </p:cNvPr>
        <p:cNvGrpSpPr/>
        <p:nvPr/>
      </p:nvGrpSpPr>
      <p:grpSpPr>
        <a:xfrm>
          <a:off x="0" y="0"/>
          <a:ext cx="0" cy="0"/>
          <a:chOff x="0" y="0"/>
          <a:chExt cx="0" cy="0"/>
        </a:xfrm>
      </p:grpSpPr>
      <p:sp>
        <p:nvSpPr>
          <p:cNvPr id="1106" name="Google Shape;1106;g54dda1946d_6_332:notes">
            <a:extLst>
              <a:ext uri="{FF2B5EF4-FFF2-40B4-BE49-F238E27FC236}">
                <a16:creationId xmlns:a16="http://schemas.microsoft.com/office/drawing/2014/main" id="{B13B7658-6884-8C92-DC20-F2F47DDDFE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 name="Google Shape;1107;g54dda1946d_6_332:notes">
            <a:extLst>
              <a:ext uri="{FF2B5EF4-FFF2-40B4-BE49-F238E27FC236}">
                <a16:creationId xmlns:a16="http://schemas.microsoft.com/office/drawing/2014/main" id="{601E4D1B-C679-8FE6-9562-36E3E94355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30627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a:extLst>
            <a:ext uri="{FF2B5EF4-FFF2-40B4-BE49-F238E27FC236}">
              <a16:creationId xmlns:a16="http://schemas.microsoft.com/office/drawing/2014/main" id="{28CB3480-3F49-AF27-3192-1006CC7BC0AC}"/>
            </a:ext>
          </a:extLst>
        </p:cNvPr>
        <p:cNvGrpSpPr/>
        <p:nvPr/>
      </p:nvGrpSpPr>
      <p:grpSpPr>
        <a:xfrm>
          <a:off x="0" y="0"/>
          <a:ext cx="0" cy="0"/>
          <a:chOff x="0" y="0"/>
          <a:chExt cx="0" cy="0"/>
        </a:xfrm>
      </p:grpSpPr>
      <p:sp>
        <p:nvSpPr>
          <p:cNvPr id="1106" name="Google Shape;1106;g54dda1946d_6_332:notes">
            <a:extLst>
              <a:ext uri="{FF2B5EF4-FFF2-40B4-BE49-F238E27FC236}">
                <a16:creationId xmlns:a16="http://schemas.microsoft.com/office/drawing/2014/main" id="{F6CF39EE-A373-2E8D-87DA-92EDDA9DC2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 name="Google Shape;1107;g54dda1946d_6_332:notes">
            <a:extLst>
              <a:ext uri="{FF2B5EF4-FFF2-40B4-BE49-F238E27FC236}">
                <a16:creationId xmlns:a16="http://schemas.microsoft.com/office/drawing/2014/main" id="{6117A126-7B6F-729E-788B-AD9B275762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27302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a:extLst>
            <a:ext uri="{FF2B5EF4-FFF2-40B4-BE49-F238E27FC236}">
              <a16:creationId xmlns:a16="http://schemas.microsoft.com/office/drawing/2014/main" id="{06B79143-45C3-D1B8-931A-D2508F1AF1B6}"/>
            </a:ext>
          </a:extLst>
        </p:cNvPr>
        <p:cNvGrpSpPr/>
        <p:nvPr/>
      </p:nvGrpSpPr>
      <p:grpSpPr>
        <a:xfrm>
          <a:off x="0" y="0"/>
          <a:ext cx="0" cy="0"/>
          <a:chOff x="0" y="0"/>
          <a:chExt cx="0" cy="0"/>
        </a:xfrm>
      </p:grpSpPr>
      <p:sp>
        <p:nvSpPr>
          <p:cNvPr id="1106" name="Google Shape;1106;g54dda1946d_6_332:notes">
            <a:extLst>
              <a:ext uri="{FF2B5EF4-FFF2-40B4-BE49-F238E27FC236}">
                <a16:creationId xmlns:a16="http://schemas.microsoft.com/office/drawing/2014/main" id="{167997F2-1FF3-A075-2E4C-D4BD56C5F4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 name="Google Shape;1107;g54dda1946d_6_332:notes">
            <a:extLst>
              <a:ext uri="{FF2B5EF4-FFF2-40B4-BE49-F238E27FC236}">
                <a16:creationId xmlns:a16="http://schemas.microsoft.com/office/drawing/2014/main" id="{EAEA7BD0-7CAE-57DC-142E-383FE8E8E0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02491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a:extLst>
            <a:ext uri="{FF2B5EF4-FFF2-40B4-BE49-F238E27FC236}">
              <a16:creationId xmlns:a16="http://schemas.microsoft.com/office/drawing/2014/main" id="{5870870D-B5EF-1E59-BB67-D4579097CC59}"/>
            </a:ext>
          </a:extLst>
        </p:cNvPr>
        <p:cNvGrpSpPr/>
        <p:nvPr/>
      </p:nvGrpSpPr>
      <p:grpSpPr>
        <a:xfrm>
          <a:off x="0" y="0"/>
          <a:ext cx="0" cy="0"/>
          <a:chOff x="0" y="0"/>
          <a:chExt cx="0" cy="0"/>
        </a:xfrm>
      </p:grpSpPr>
      <p:sp>
        <p:nvSpPr>
          <p:cNvPr id="1106" name="Google Shape;1106;g54dda1946d_6_332:notes">
            <a:extLst>
              <a:ext uri="{FF2B5EF4-FFF2-40B4-BE49-F238E27FC236}">
                <a16:creationId xmlns:a16="http://schemas.microsoft.com/office/drawing/2014/main" id="{7BE15D1B-0F45-8AF2-5EEB-B87ECB1CE9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 name="Google Shape;1107;g54dda1946d_6_332:notes">
            <a:extLst>
              <a:ext uri="{FF2B5EF4-FFF2-40B4-BE49-F238E27FC236}">
                <a16:creationId xmlns:a16="http://schemas.microsoft.com/office/drawing/2014/main" id="{D1E443D0-FEF5-2C21-BE1F-36CB9665F8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48018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a:extLst>
            <a:ext uri="{FF2B5EF4-FFF2-40B4-BE49-F238E27FC236}">
              <a16:creationId xmlns:a16="http://schemas.microsoft.com/office/drawing/2014/main" id="{D6B1CEB2-6EAC-E11D-2CAB-07593031667F}"/>
            </a:ext>
          </a:extLst>
        </p:cNvPr>
        <p:cNvGrpSpPr/>
        <p:nvPr/>
      </p:nvGrpSpPr>
      <p:grpSpPr>
        <a:xfrm>
          <a:off x="0" y="0"/>
          <a:ext cx="0" cy="0"/>
          <a:chOff x="0" y="0"/>
          <a:chExt cx="0" cy="0"/>
        </a:xfrm>
      </p:grpSpPr>
      <p:sp>
        <p:nvSpPr>
          <p:cNvPr id="1106" name="Google Shape;1106;g54dda1946d_6_332:notes">
            <a:extLst>
              <a:ext uri="{FF2B5EF4-FFF2-40B4-BE49-F238E27FC236}">
                <a16:creationId xmlns:a16="http://schemas.microsoft.com/office/drawing/2014/main" id="{E4942782-DE15-57F3-A425-817B4BFC2A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 name="Google Shape;1107;g54dda1946d_6_332:notes">
            <a:extLst>
              <a:ext uri="{FF2B5EF4-FFF2-40B4-BE49-F238E27FC236}">
                <a16:creationId xmlns:a16="http://schemas.microsoft.com/office/drawing/2014/main" id="{C1D2697E-FC89-0FE5-C04A-43E0E8A248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84661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a:extLst>
            <a:ext uri="{FF2B5EF4-FFF2-40B4-BE49-F238E27FC236}">
              <a16:creationId xmlns:a16="http://schemas.microsoft.com/office/drawing/2014/main" id="{00A837DD-7058-D90E-4812-FB6CECF7A56C}"/>
            </a:ext>
          </a:extLst>
        </p:cNvPr>
        <p:cNvGrpSpPr/>
        <p:nvPr/>
      </p:nvGrpSpPr>
      <p:grpSpPr>
        <a:xfrm>
          <a:off x="0" y="0"/>
          <a:ext cx="0" cy="0"/>
          <a:chOff x="0" y="0"/>
          <a:chExt cx="0" cy="0"/>
        </a:xfrm>
      </p:grpSpPr>
      <p:sp>
        <p:nvSpPr>
          <p:cNvPr id="1106" name="Google Shape;1106;g54dda1946d_6_332:notes">
            <a:extLst>
              <a:ext uri="{FF2B5EF4-FFF2-40B4-BE49-F238E27FC236}">
                <a16:creationId xmlns:a16="http://schemas.microsoft.com/office/drawing/2014/main" id="{93854510-A6A2-2B30-0B38-E60A524C3F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 name="Google Shape;1107;g54dda1946d_6_332:notes">
            <a:extLst>
              <a:ext uri="{FF2B5EF4-FFF2-40B4-BE49-F238E27FC236}">
                <a16:creationId xmlns:a16="http://schemas.microsoft.com/office/drawing/2014/main" id="{38B3E859-446D-97AC-55FF-6766D901FF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76183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a:extLst>
            <a:ext uri="{FF2B5EF4-FFF2-40B4-BE49-F238E27FC236}">
              <a16:creationId xmlns:a16="http://schemas.microsoft.com/office/drawing/2014/main" id="{6BB85581-DFDA-D526-0536-33F2DD6D072A}"/>
            </a:ext>
          </a:extLst>
        </p:cNvPr>
        <p:cNvGrpSpPr/>
        <p:nvPr/>
      </p:nvGrpSpPr>
      <p:grpSpPr>
        <a:xfrm>
          <a:off x="0" y="0"/>
          <a:ext cx="0" cy="0"/>
          <a:chOff x="0" y="0"/>
          <a:chExt cx="0" cy="0"/>
        </a:xfrm>
      </p:grpSpPr>
      <p:sp>
        <p:nvSpPr>
          <p:cNvPr id="1106" name="Google Shape;1106;g54dda1946d_6_332:notes">
            <a:extLst>
              <a:ext uri="{FF2B5EF4-FFF2-40B4-BE49-F238E27FC236}">
                <a16:creationId xmlns:a16="http://schemas.microsoft.com/office/drawing/2014/main" id="{C2D21E3A-14B1-6337-D574-AFB870119F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 name="Google Shape;1107;g54dda1946d_6_332:notes">
            <a:extLst>
              <a:ext uri="{FF2B5EF4-FFF2-40B4-BE49-F238E27FC236}">
                <a16:creationId xmlns:a16="http://schemas.microsoft.com/office/drawing/2014/main" id="{264EE00D-9962-CF1B-76B0-9C2163C46F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71842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a:extLst>
            <a:ext uri="{FF2B5EF4-FFF2-40B4-BE49-F238E27FC236}">
              <a16:creationId xmlns:a16="http://schemas.microsoft.com/office/drawing/2014/main" id="{B25E7853-3EA8-0207-550C-741BDA295248}"/>
            </a:ext>
          </a:extLst>
        </p:cNvPr>
        <p:cNvGrpSpPr/>
        <p:nvPr/>
      </p:nvGrpSpPr>
      <p:grpSpPr>
        <a:xfrm>
          <a:off x="0" y="0"/>
          <a:ext cx="0" cy="0"/>
          <a:chOff x="0" y="0"/>
          <a:chExt cx="0" cy="0"/>
        </a:xfrm>
      </p:grpSpPr>
      <p:sp>
        <p:nvSpPr>
          <p:cNvPr id="1106" name="Google Shape;1106;g54dda1946d_6_332:notes">
            <a:extLst>
              <a:ext uri="{FF2B5EF4-FFF2-40B4-BE49-F238E27FC236}">
                <a16:creationId xmlns:a16="http://schemas.microsoft.com/office/drawing/2014/main" id="{13FFF160-1B8E-B843-4BFC-95C3E26EFB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 name="Google Shape;1107;g54dda1946d_6_332:notes">
            <a:extLst>
              <a:ext uri="{FF2B5EF4-FFF2-40B4-BE49-F238E27FC236}">
                <a16:creationId xmlns:a16="http://schemas.microsoft.com/office/drawing/2014/main" id="{C60FD8CB-523F-FEB8-16B2-AEB330145C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30185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5">
          <a:extLst>
            <a:ext uri="{FF2B5EF4-FFF2-40B4-BE49-F238E27FC236}">
              <a16:creationId xmlns:a16="http://schemas.microsoft.com/office/drawing/2014/main" id="{4BF82098-EC9B-31DC-D1B0-78D8CF878AED}"/>
            </a:ext>
          </a:extLst>
        </p:cNvPr>
        <p:cNvGrpSpPr/>
        <p:nvPr/>
      </p:nvGrpSpPr>
      <p:grpSpPr>
        <a:xfrm>
          <a:off x="0" y="0"/>
          <a:ext cx="0" cy="0"/>
          <a:chOff x="0" y="0"/>
          <a:chExt cx="0" cy="0"/>
        </a:xfrm>
      </p:grpSpPr>
      <p:sp>
        <p:nvSpPr>
          <p:cNvPr id="1466" name="Google Shape;1466;g1869d044d76_0_0:notes">
            <a:extLst>
              <a:ext uri="{FF2B5EF4-FFF2-40B4-BE49-F238E27FC236}">
                <a16:creationId xmlns:a16="http://schemas.microsoft.com/office/drawing/2014/main" id="{2B60DB27-AAB9-ACC8-F6CF-4064E4D334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7" name="Google Shape;1467;g1869d044d76_0_0:notes">
            <a:extLst>
              <a:ext uri="{FF2B5EF4-FFF2-40B4-BE49-F238E27FC236}">
                <a16:creationId xmlns:a16="http://schemas.microsoft.com/office/drawing/2014/main" id="{B817015B-180E-B873-FDC6-A98E591078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4796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144500"/>
            <a:ext cx="4112100" cy="23787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000">
                <a:latin typeface="Epilogue"/>
                <a:ea typeface="Epilogue"/>
                <a:cs typeface="Epilogue"/>
                <a:sym typeface="Epilogu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523200"/>
            <a:ext cx="41121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latin typeface="Lato"/>
                <a:ea typeface="Lato"/>
                <a:cs typeface="Lato"/>
                <a:sym typeface="Lato"/>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rot="10800000">
            <a:off x="-1604593" y="-845132"/>
            <a:ext cx="3281418" cy="2132806"/>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9899992" flipH="1">
            <a:off x="-1515196" y="4121356"/>
            <a:ext cx="3953580" cy="1921771"/>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2"/>
        <p:cNvGrpSpPr/>
        <p:nvPr/>
      </p:nvGrpSpPr>
      <p:grpSpPr>
        <a:xfrm>
          <a:off x="0" y="0"/>
          <a:ext cx="0" cy="0"/>
          <a:chOff x="0" y="0"/>
          <a:chExt cx="0" cy="0"/>
        </a:xfrm>
      </p:grpSpPr>
      <p:sp>
        <p:nvSpPr>
          <p:cNvPr id="113" name="Google Shape;113;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4" name="Google Shape;114;p5"/>
          <p:cNvSpPr txBox="1">
            <a:spLocks noGrp="1"/>
          </p:cNvSpPr>
          <p:nvPr>
            <p:ph type="subTitle" idx="1"/>
          </p:nvPr>
        </p:nvSpPr>
        <p:spPr>
          <a:xfrm>
            <a:off x="4679150" y="2453574"/>
            <a:ext cx="3384300" cy="113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5" name="Google Shape;115;p5"/>
          <p:cNvSpPr txBox="1">
            <a:spLocks noGrp="1"/>
          </p:cNvSpPr>
          <p:nvPr>
            <p:ph type="subTitle" idx="2"/>
          </p:nvPr>
        </p:nvSpPr>
        <p:spPr>
          <a:xfrm>
            <a:off x="1080525" y="2453574"/>
            <a:ext cx="3384300" cy="113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6" name="Google Shape;116;p5"/>
          <p:cNvSpPr txBox="1">
            <a:spLocks noGrp="1"/>
          </p:cNvSpPr>
          <p:nvPr>
            <p:ph type="subTitle" idx="3"/>
          </p:nvPr>
        </p:nvSpPr>
        <p:spPr>
          <a:xfrm>
            <a:off x="1080536" y="1817200"/>
            <a:ext cx="3384300" cy="57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17" name="Google Shape;117;p5"/>
          <p:cNvSpPr txBox="1">
            <a:spLocks noGrp="1"/>
          </p:cNvSpPr>
          <p:nvPr>
            <p:ph type="subTitle" idx="4"/>
          </p:nvPr>
        </p:nvSpPr>
        <p:spPr>
          <a:xfrm>
            <a:off x="4679164" y="1817200"/>
            <a:ext cx="3384300" cy="57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18" name="Google Shape;118;p5"/>
          <p:cNvSpPr/>
          <p:nvPr/>
        </p:nvSpPr>
        <p:spPr>
          <a:xfrm rot="5551952">
            <a:off x="-721531" y="4084618"/>
            <a:ext cx="2053998" cy="1765206"/>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rot="-460685">
            <a:off x="-850641" y="-888875"/>
            <a:ext cx="2082611" cy="1683994"/>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rot="3259731">
            <a:off x="7063135" y="-804478"/>
            <a:ext cx="3168421" cy="256197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36"/>
        <p:cNvGrpSpPr/>
        <p:nvPr/>
      </p:nvGrpSpPr>
      <p:grpSpPr>
        <a:xfrm>
          <a:off x="0" y="0"/>
          <a:ext cx="0" cy="0"/>
          <a:chOff x="0" y="0"/>
          <a:chExt cx="0" cy="0"/>
        </a:xfrm>
      </p:grpSpPr>
      <p:sp>
        <p:nvSpPr>
          <p:cNvPr id="137" name="Google Shape;137;p7"/>
          <p:cNvSpPr txBox="1">
            <a:spLocks noGrp="1"/>
          </p:cNvSpPr>
          <p:nvPr>
            <p:ph type="title"/>
          </p:nvPr>
        </p:nvSpPr>
        <p:spPr>
          <a:xfrm>
            <a:off x="811975" y="1032900"/>
            <a:ext cx="2804400" cy="1006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8" name="Google Shape;138;p7"/>
          <p:cNvSpPr txBox="1">
            <a:spLocks noGrp="1"/>
          </p:cNvSpPr>
          <p:nvPr>
            <p:ph type="subTitle" idx="1"/>
          </p:nvPr>
        </p:nvSpPr>
        <p:spPr>
          <a:xfrm>
            <a:off x="811975" y="2039700"/>
            <a:ext cx="4294800" cy="207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Nunito Light"/>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139" name="Google Shape;139;p7"/>
          <p:cNvSpPr>
            <a:spLocks noGrp="1"/>
          </p:cNvSpPr>
          <p:nvPr>
            <p:ph type="pic" idx="2"/>
          </p:nvPr>
        </p:nvSpPr>
        <p:spPr>
          <a:xfrm>
            <a:off x="5668975" y="1076550"/>
            <a:ext cx="2990400" cy="2990400"/>
          </a:xfrm>
          <a:prstGeom prst="roundRect">
            <a:avLst>
              <a:gd name="adj" fmla="val 16667"/>
            </a:avLst>
          </a:prstGeom>
          <a:noFill/>
          <a:ln>
            <a:noFill/>
          </a:ln>
        </p:spPr>
      </p:sp>
      <p:sp>
        <p:nvSpPr>
          <p:cNvPr id="140" name="Google Shape;140;p7"/>
          <p:cNvSpPr/>
          <p:nvPr/>
        </p:nvSpPr>
        <p:spPr>
          <a:xfrm rot="-2381697">
            <a:off x="-1265120" y="-661594"/>
            <a:ext cx="3096202" cy="2008988"/>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7"/>
          <p:cNvSpPr/>
          <p:nvPr/>
        </p:nvSpPr>
        <p:spPr>
          <a:xfrm rot="-7296874">
            <a:off x="-735040" y="4231574"/>
            <a:ext cx="2036053" cy="1508864"/>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 name="Google Shape;142;p7"/>
          <p:cNvGrpSpPr/>
          <p:nvPr/>
        </p:nvGrpSpPr>
        <p:grpSpPr>
          <a:xfrm>
            <a:off x="65066" y="4373044"/>
            <a:ext cx="878158" cy="654532"/>
            <a:chOff x="1114425" y="4361211"/>
            <a:chExt cx="573023" cy="427101"/>
          </a:xfrm>
        </p:grpSpPr>
        <p:grpSp>
          <p:nvGrpSpPr>
            <p:cNvPr id="143" name="Google Shape;143;p7"/>
            <p:cNvGrpSpPr/>
            <p:nvPr/>
          </p:nvGrpSpPr>
          <p:grpSpPr>
            <a:xfrm>
              <a:off x="1114425" y="4361211"/>
              <a:ext cx="573023" cy="427101"/>
              <a:chOff x="1114425" y="4361211"/>
              <a:chExt cx="573023" cy="427101"/>
            </a:xfrm>
          </p:grpSpPr>
          <p:sp>
            <p:nvSpPr>
              <p:cNvPr id="144" name="Google Shape;144;p7"/>
              <p:cNvSpPr/>
              <p:nvPr/>
            </p:nvSpPr>
            <p:spPr>
              <a:xfrm>
                <a:off x="1241964" y="4361211"/>
                <a:ext cx="445484" cy="299466"/>
              </a:xfrm>
              <a:custGeom>
                <a:avLst/>
                <a:gdLst/>
                <a:ahLst/>
                <a:cxnLst/>
                <a:rect l="l" t="t" r="r" b="b"/>
                <a:pathLst>
                  <a:path w="445484" h="299466" extrusionOk="0">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 name="Google Shape;145;p7"/>
              <p:cNvSpPr/>
              <p:nvPr/>
            </p:nvSpPr>
            <p:spPr>
              <a:xfrm>
                <a:off x="1178242" y="4425029"/>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 name="Google Shape;146;p7"/>
              <p:cNvSpPr/>
              <p:nvPr/>
            </p:nvSpPr>
            <p:spPr>
              <a:xfrm>
                <a:off x="1114425" y="4488846"/>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7" name="Google Shape;147;p7"/>
            <p:cNvSpPr/>
            <p:nvPr/>
          </p:nvSpPr>
          <p:spPr>
            <a:xfrm>
              <a:off x="1303210" y="4628965"/>
              <a:ext cx="68735" cy="82063"/>
            </a:xfrm>
            <a:custGeom>
              <a:avLst/>
              <a:gdLst/>
              <a:ahLst/>
              <a:cxnLst/>
              <a:rect l="l" t="t" r="r" b="b"/>
              <a:pathLst>
                <a:path w="68735" h="82063" extrusionOk="0">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48"/>
        <p:cNvGrpSpPr/>
        <p:nvPr/>
      </p:nvGrpSpPr>
      <p:grpSpPr>
        <a:xfrm>
          <a:off x="0" y="0"/>
          <a:ext cx="0" cy="0"/>
          <a:chOff x="0" y="0"/>
          <a:chExt cx="0" cy="0"/>
        </a:xfrm>
      </p:grpSpPr>
      <p:sp>
        <p:nvSpPr>
          <p:cNvPr id="149" name="Google Shape;149;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50" name="Google Shape;150;p8"/>
          <p:cNvSpPr/>
          <p:nvPr/>
        </p:nvSpPr>
        <p:spPr>
          <a:xfrm rot="-3263452" flipH="1">
            <a:off x="5847147"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8"/>
          <p:cNvSpPr/>
          <p:nvPr/>
        </p:nvSpPr>
        <p:spPr>
          <a:xfrm rot="460623" flipH="1">
            <a:off x="6387251"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8"/>
          <p:cNvSpPr/>
          <p:nvPr/>
        </p:nvSpPr>
        <p:spPr>
          <a:xfrm rot="-4592116" flipH="1">
            <a:off x="6189" y="113200"/>
            <a:ext cx="642877" cy="51982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3"/>
        <p:cNvGrpSpPr/>
        <p:nvPr/>
      </p:nvGrpSpPr>
      <p:grpSpPr>
        <a:xfrm>
          <a:off x="0" y="0"/>
          <a:ext cx="0" cy="0"/>
          <a:chOff x="0" y="0"/>
          <a:chExt cx="0" cy="0"/>
        </a:xfrm>
      </p:grpSpPr>
      <p:sp>
        <p:nvSpPr>
          <p:cNvPr id="154" name="Google Shape;154;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1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55" name="Google Shape;155;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6" name="Google Shape;156;p9"/>
          <p:cNvSpPr/>
          <p:nvPr/>
        </p:nvSpPr>
        <p:spPr>
          <a:xfrm rot="3263452">
            <a:off x="-163955"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9"/>
          <p:cNvSpPr/>
          <p:nvPr/>
        </p:nvSpPr>
        <p:spPr>
          <a:xfrm rot="-460623">
            <a:off x="-1793263"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9"/>
          <p:cNvSpPr/>
          <p:nvPr/>
        </p:nvSpPr>
        <p:spPr>
          <a:xfrm rot="4592047">
            <a:off x="7797256" y="593203"/>
            <a:ext cx="1475158" cy="119280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59"/>
        <p:cNvGrpSpPr/>
        <p:nvPr/>
      </p:nvGrpSpPr>
      <p:grpSpPr>
        <a:xfrm>
          <a:off x="0" y="0"/>
          <a:ext cx="0" cy="0"/>
          <a:chOff x="0" y="0"/>
          <a:chExt cx="0" cy="0"/>
        </a:xfrm>
      </p:grpSpPr>
      <p:sp>
        <p:nvSpPr>
          <p:cNvPr id="160" name="Google Shape;160;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3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536"/>
        <p:cNvGrpSpPr/>
        <p:nvPr/>
      </p:nvGrpSpPr>
      <p:grpSpPr>
        <a:xfrm>
          <a:off x="0" y="0"/>
          <a:ext cx="0" cy="0"/>
          <a:chOff x="0" y="0"/>
          <a:chExt cx="0" cy="0"/>
        </a:xfrm>
      </p:grpSpPr>
      <p:sp>
        <p:nvSpPr>
          <p:cNvPr id="537" name="Google Shape;537;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38" name="Google Shape;538;p18"/>
          <p:cNvSpPr txBox="1">
            <a:spLocks noGrp="1"/>
          </p:cNvSpPr>
          <p:nvPr>
            <p:ph type="subTitle" idx="1"/>
          </p:nvPr>
        </p:nvSpPr>
        <p:spPr>
          <a:xfrm>
            <a:off x="723900" y="171015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39" name="Google Shape;539;p18"/>
          <p:cNvSpPr txBox="1">
            <a:spLocks noGrp="1"/>
          </p:cNvSpPr>
          <p:nvPr>
            <p:ph type="subTitle" idx="2"/>
          </p:nvPr>
        </p:nvSpPr>
        <p:spPr>
          <a:xfrm>
            <a:off x="3577144" y="171016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40" name="Google Shape;540;p18"/>
          <p:cNvSpPr txBox="1">
            <a:spLocks noGrp="1"/>
          </p:cNvSpPr>
          <p:nvPr>
            <p:ph type="subTitle" idx="3"/>
          </p:nvPr>
        </p:nvSpPr>
        <p:spPr>
          <a:xfrm>
            <a:off x="723900" y="349880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41" name="Google Shape;541;p18"/>
          <p:cNvSpPr txBox="1">
            <a:spLocks noGrp="1"/>
          </p:cNvSpPr>
          <p:nvPr>
            <p:ph type="subTitle" idx="4"/>
          </p:nvPr>
        </p:nvSpPr>
        <p:spPr>
          <a:xfrm>
            <a:off x="3577144" y="349880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42" name="Google Shape;542;p18"/>
          <p:cNvSpPr txBox="1">
            <a:spLocks noGrp="1"/>
          </p:cNvSpPr>
          <p:nvPr>
            <p:ph type="subTitle" idx="5"/>
          </p:nvPr>
        </p:nvSpPr>
        <p:spPr>
          <a:xfrm>
            <a:off x="6430388" y="171016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43" name="Google Shape;543;p18"/>
          <p:cNvSpPr txBox="1">
            <a:spLocks noGrp="1"/>
          </p:cNvSpPr>
          <p:nvPr>
            <p:ph type="subTitle" idx="6"/>
          </p:nvPr>
        </p:nvSpPr>
        <p:spPr>
          <a:xfrm>
            <a:off x="6430388" y="349880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44" name="Google Shape;544;p18"/>
          <p:cNvSpPr txBox="1">
            <a:spLocks noGrp="1"/>
          </p:cNvSpPr>
          <p:nvPr>
            <p:ph type="subTitle" idx="7"/>
          </p:nvPr>
        </p:nvSpPr>
        <p:spPr>
          <a:xfrm>
            <a:off x="731700" y="1060275"/>
            <a:ext cx="1978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45" name="Google Shape;545;p18"/>
          <p:cNvSpPr txBox="1">
            <a:spLocks noGrp="1"/>
          </p:cNvSpPr>
          <p:nvPr>
            <p:ph type="subTitle" idx="8"/>
          </p:nvPr>
        </p:nvSpPr>
        <p:spPr>
          <a:xfrm>
            <a:off x="3582994" y="1060284"/>
            <a:ext cx="1978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46" name="Google Shape;546;p18"/>
          <p:cNvSpPr txBox="1">
            <a:spLocks noGrp="1"/>
          </p:cNvSpPr>
          <p:nvPr>
            <p:ph type="subTitle" idx="9"/>
          </p:nvPr>
        </p:nvSpPr>
        <p:spPr>
          <a:xfrm>
            <a:off x="6434288" y="1060284"/>
            <a:ext cx="1978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47" name="Google Shape;547;p18"/>
          <p:cNvSpPr txBox="1">
            <a:spLocks noGrp="1"/>
          </p:cNvSpPr>
          <p:nvPr>
            <p:ph type="subTitle" idx="13"/>
          </p:nvPr>
        </p:nvSpPr>
        <p:spPr>
          <a:xfrm>
            <a:off x="723900" y="2845800"/>
            <a:ext cx="19860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48" name="Google Shape;548;p18"/>
          <p:cNvSpPr txBox="1">
            <a:spLocks noGrp="1"/>
          </p:cNvSpPr>
          <p:nvPr>
            <p:ph type="subTitle" idx="14"/>
          </p:nvPr>
        </p:nvSpPr>
        <p:spPr>
          <a:xfrm>
            <a:off x="3582995" y="2845800"/>
            <a:ext cx="1978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49" name="Google Shape;549;p18"/>
          <p:cNvSpPr txBox="1">
            <a:spLocks noGrp="1"/>
          </p:cNvSpPr>
          <p:nvPr>
            <p:ph type="subTitle" idx="15"/>
          </p:nvPr>
        </p:nvSpPr>
        <p:spPr>
          <a:xfrm>
            <a:off x="6434290" y="2845800"/>
            <a:ext cx="1978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50" name="Google Shape;550;p18"/>
          <p:cNvSpPr/>
          <p:nvPr/>
        </p:nvSpPr>
        <p:spPr>
          <a:xfrm rot="-3263452" flipH="1">
            <a:off x="7372110" y="40383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8"/>
          <p:cNvSpPr/>
          <p:nvPr/>
        </p:nvSpPr>
        <p:spPr>
          <a:xfrm rot="531647" flipH="1">
            <a:off x="-1621232" y="4095570"/>
            <a:ext cx="2581069" cy="208704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8"/>
          <p:cNvSpPr/>
          <p:nvPr/>
        </p:nvSpPr>
        <p:spPr>
          <a:xfrm rot="460658" flipH="1">
            <a:off x="7344116" y="-1448948"/>
            <a:ext cx="3053845" cy="2469331"/>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3" name="Google Shape;553;p18"/>
          <p:cNvGrpSpPr/>
          <p:nvPr/>
        </p:nvGrpSpPr>
        <p:grpSpPr>
          <a:xfrm>
            <a:off x="7931872" y="177093"/>
            <a:ext cx="997823" cy="737095"/>
            <a:chOff x="7931872" y="177093"/>
            <a:chExt cx="997823" cy="737095"/>
          </a:xfrm>
        </p:grpSpPr>
        <p:grpSp>
          <p:nvGrpSpPr>
            <p:cNvPr id="554" name="Google Shape;554;p18"/>
            <p:cNvGrpSpPr/>
            <p:nvPr/>
          </p:nvGrpSpPr>
          <p:grpSpPr>
            <a:xfrm>
              <a:off x="7931872" y="177093"/>
              <a:ext cx="919725" cy="318025"/>
              <a:chOff x="7230903" y="4635722"/>
              <a:chExt cx="652843" cy="225742"/>
            </a:xfrm>
          </p:grpSpPr>
          <p:sp>
            <p:nvSpPr>
              <p:cNvPr id="555" name="Google Shape;555;p18"/>
              <p:cNvSpPr/>
              <p:nvPr/>
            </p:nvSpPr>
            <p:spPr>
              <a:xfrm>
                <a:off x="7230903" y="4635722"/>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 name="Google Shape;556;p18"/>
              <p:cNvSpPr/>
              <p:nvPr/>
            </p:nvSpPr>
            <p:spPr>
              <a:xfrm>
                <a:off x="7287577" y="4672107"/>
                <a:ext cx="151161" cy="151161"/>
              </a:xfrm>
              <a:custGeom>
                <a:avLst/>
                <a:gdLst/>
                <a:ahLst/>
                <a:cxnLst/>
                <a:rect l="l" t="t" r="r" b="b"/>
                <a:pathLst>
                  <a:path w="151161" h="151161" extrusionOk="0">
                    <a:moveTo>
                      <a:pt x="0" y="0"/>
                    </a:moveTo>
                    <a:lnTo>
                      <a:pt x="151161" y="0"/>
                    </a:lnTo>
                    <a:lnTo>
                      <a:pt x="151161" y="151162"/>
                    </a:lnTo>
                    <a:lnTo>
                      <a:pt x="0" y="1511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57" name="Google Shape;557;p18"/>
              <p:cNvGrpSpPr/>
              <p:nvPr/>
            </p:nvGrpSpPr>
            <p:grpSpPr>
              <a:xfrm>
                <a:off x="7487126" y="4676394"/>
                <a:ext cx="332041" cy="142684"/>
                <a:chOff x="7487126" y="4676394"/>
                <a:chExt cx="332041" cy="142684"/>
              </a:xfrm>
            </p:grpSpPr>
            <p:sp>
              <p:nvSpPr>
                <p:cNvPr id="558" name="Google Shape;558;p18"/>
                <p:cNvSpPr/>
                <p:nvPr/>
              </p:nvSpPr>
              <p:spPr>
                <a:xfrm>
                  <a:off x="7487126" y="4676394"/>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9" name="Google Shape;559;p18"/>
                <p:cNvSpPr/>
                <p:nvPr/>
              </p:nvSpPr>
              <p:spPr>
                <a:xfrm>
                  <a:off x="7487126" y="4717161"/>
                  <a:ext cx="290322" cy="20383"/>
                </a:xfrm>
                <a:custGeom>
                  <a:avLst/>
                  <a:gdLst/>
                  <a:ahLst/>
                  <a:cxnLst/>
                  <a:rect l="l" t="t" r="r" b="b"/>
                  <a:pathLst>
                    <a:path w="290322" h="20383" extrusionOk="0">
                      <a:moveTo>
                        <a:pt x="0" y="0"/>
                      </a:moveTo>
                      <a:lnTo>
                        <a:pt x="290322" y="0"/>
                      </a:lnTo>
                      <a:lnTo>
                        <a:pt x="29032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0" name="Google Shape;560;p18"/>
                <p:cNvSpPr/>
                <p:nvPr/>
              </p:nvSpPr>
              <p:spPr>
                <a:xfrm>
                  <a:off x="7487126" y="4757928"/>
                  <a:ext cx="303942" cy="20383"/>
                </a:xfrm>
                <a:custGeom>
                  <a:avLst/>
                  <a:gdLst/>
                  <a:ahLst/>
                  <a:cxnLst/>
                  <a:rect l="l" t="t" r="r" b="b"/>
                  <a:pathLst>
                    <a:path w="303942" h="20383" extrusionOk="0">
                      <a:moveTo>
                        <a:pt x="0" y="0"/>
                      </a:moveTo>
                      <a:lnTo>
                        <a:pt x="303942" y="0"/>
                      </a:lnTo>
                      <a:lnTo>
                        <a:pt x="30394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1" name="Google Shape;561;p18"/>
                <p:cNvSpPr/>
                <p:nvPr/>
              </p:nvSpPr>
              <p:spPr>
                <a:xfrm>
                  <a:off x="7487126" y="4798695"/>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62" name="Google Shape;562;p18"/>
            <p:cNvGrpSpPr/>
            <p:nvPr/>
          </p:nvGrpSpPr>
          <p:grpSpPr>
            <a:xfrm>
              <a:off x="7931872" y="596163"/>
              <a:ext cx="919725" cy="318025"/>
              <a:chOff x="7230903" y="4933188"/>
              <a:chExt cx="652843" cy="225742"/>
            </a:xfrm>
          </p:grpSpPr>
          <p:grpSp>
            <p:nvGrpSpPr>
              <p:cNvPr id="563" name="Google Shape;563;p18"/>
              <p:cNvGrpSpPr/>
              <p:nvPr/>
            </p:nvGrpSpPr>
            <p:grpSpPr>
              <a:xfrm>
                <a:off x="7230903" y="4933188"/>
                <a:ext cx="652843" cy="225742"/>
                <a:chOff x="7230903" y="4933188"/>
                <a:chExt cx="652843" cy="225742"/>
              </a:xfrm>
            </p:grpSpPr>
            <p:sp>
              <p:nvSpPr>
                <p:cNvPr id="564" name="Google Shape;564;p18"/>
                <p:cNvSpPr/>
                <p:nvPr/>
              </p:nvSpPr>
              <p:spPr>
                <a:xfrm>
                  <a:off x="7230903" y="4933188"/>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5" name="Google Shape;565;p18"/>
                <p:cNvSpPr/>
                <p:nvPr/>
              </p:nvSpPr>
              <p:spPr>
                <a:xfrm>
                  <a:off x="7287577" y="4969668"/>
                  <a:ext cx="151161" cy="151161"/>
                </a:xfrm>
                <a:custGeom>
                  <a:avLst/>
                  <a:gdLst/>
                  <a:ahLst/>
                  <a:cxnLst/>
                  <a:rect l="l" t="t" r="r" b="b"/>
                  <a:pathLst>
                    <a:path w="151161" h="151161" extrusionOk="0">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66" name="Google Shape;566;p18"/>
                <p:cNvGrpSpPr/>
                <p:nvPr/>
              </p:nvGrpSpPr>
              <p:grpSpPr>
                <a:xfrm>
                  <a:off x="7487126" y="4973859"/>
                  <a:ext cx="332041" cy="142684"/>
                  <a:chOff x="7487126" y="4973859"/>
                  <a:chExt cx="332041" cy="142684"/>
                </a:xfrm>
              </p:grpSpPr>
              <p:sp>
                <p:nvSpPr>
                  <p:cNvPr id="567" name="Google Shape;567;p18"/>
                  <p:cNvSpPr/>
                  <p:nvPr/>
                </p:nvSpPr>
                <p:spPr>
                  <a:xfrm>
                    <a:off x="7506747" y="4973859"/>
                    <a:ext cx="280034" cy="20383"/>
                  </a:xfrm>
                  <a:custGeom>
                    <a:avLst/>
                    <a:gdLst/>
                    <a:ahLst/>
                    <a:cxnLst/>
                    <a:rect l="l" t="t" r="r" b="b"/>
                    <a:pathLst>
                      <a:path w="280034" h="20383" extrusionOk="0">
                        <a:moveTo>
                          <a:pt x="0" y="0"/>
                        </a:moveTo>
                        <a:lnTo>
                          <a:pt x="280035" y="0"/>
                        </a:lnTo>
                        <a:lnTo>
                          <a:pt x="28003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8" name="Google Shape;568;p18"/>
                  <p:cNvSpPr/>
                  <p:nvPr/>
                </p:nvSpPr>
                <p:spPr>
                  <a:xfrm>
                    <a:off x="7487126" y="5014626"/>
                    <a:ext cx="205073" cy="20383"/>
                  </a:xfrm>
                  <a:custGeom>
                    <a:avLst/>
                    <a:gdLst/>
                    <a:ahLst/>
                    <a:cxnLst/>
                    <a:rect l="l" t="t" r="r" b="b"/>
                    <a:pathLst>
                      <a:path w="205073" h="20383" extrusionOk="0">
                        <a:moveTo>
                          <a:pt x="0" y="0"/>
                        </a:moveTo>
                        <a:lnTo>
                          <a:pt x="205073" y="0"/>
                        </a:lnTo>
                        <a:lnTo>
                          <a:pt x="205073"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9" name="Google Shape;569;p18"/>
                  <p:cNvSpPr/>
                  <p:nvPr/>
                </p:nvSpPr>
                <p:spPr>
                  <a:xfrm>
                    <a:off x="7487126" y="5055393"/>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0" name="Google Shape;570;p18"/>
                  <p:cNvSpPr/>
                  <p:nvPr/>
                </p:nvSpPr>
                <p:spPr>
                  <a:xfrm>
                    <a:off x="7487126" y="5096160"/>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571" name="Google Shape;571;p18"/>
              <p:cNvSpPr/>
              <p:nvPr/>
            </p:nvSpPr>
            <p:spPr>
              <a:xfrm>
                <a:off x="7338250" y="5011639"/>
                <a:ext cx="50734" cy="60632"/>
              </a:xfrm>
              <a:custGeom>
                <a:avLst/>
                <a:gdLst/>
                <a:ahLst/>
                <a:cxnLst/>
                <a:rect l="l" t="t" r="r" b="b"/>
                <a:pathLst>
                  <a:path w="50734" h="60632" extrusionOk="0">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72" name="Google Shape;572;p18"/>
            <p:cNvGrpSpPr/>
            <p:nvPr/>
          </p:nvGrpSpPr>
          <p:grpSpPr>
            <a:xfrm>
              <a:off x="8756326" y="539537"/>
              <a:ext cx="173370" cy="112691"/>
              <a:chOff x="7816120" y="4892994"/>
              <a:chExt cx="123062" cy="79991"/>
            </a:xfrm>
          </p:grpSpPr>
          <p:grpSp>
            <p:nvGrpSpPr>
              <p:cNvPr id="573" name="Google Shape;573;p18"/>
              <p:cNvGrpSpPr/>
              <p:nvPr/>
            </p:nvGrpSpPr>
            <p:grpSpPr>
              <a:xfrm>
                <a:off x="7816120" y="4902803"/>
                <a:ext cx="123062" cy="63817"/>
                <a:chOff x="7816120" y="4902803"/>
                <a:chExt cx="123062" cy="63817"/>
              </a:xfrm>
            </p:grpSpPr>
            <p:sp>
              <p:nvSpPr>
                <p:cNvPr id="574" name="Google Shape;574;p18"/>
                <p:cNvSpPr/>
                <p:nvPr/>
              </p:nvSpPr>
              <p:spPr>
                <a:xfrm>
                  <a:off x="7816120" y="4902803"/>
                  <a:ext cx="123062" cy="63817"/>
                </a:xfrm>
                <a:custGeom>
                  <a:avLst/>
                  <a:gdLst/>
                  <a:ahLst/>
                  <a:cxnLst/>
                  <a:rect l="l" t="t" r="r" b="b"/>
                  <a:pathLst>
                    <a:path w="123062" h="63817" extrusionOk="0">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5" name="Google Shape;575;p18"/>
                <p:cNvSpPr/>
                <p:nvPr/>
              </p:nvSpPr>
              <p:spPr>
                <a:xfrm>
                  <a:off x="7858029" y="4915090"/>
                  <a:ext cx="39242" cy="39243"/>
                </a:xfrm>
                <a:custGeom>
                  <a:avLst/>
                  <a:gdLst/>
                  <a:ahLst/>
                  <a:cxnLst/>
                  <a:rect l="l" t="t" r="r" b="b"/>
                  <a:pathLst>
                    <a:path w="39242" h="39243" extrusionOk="0">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76" name="Google Shape;576;p18"/>
              <p:cNvSpPr/>
              <p:nvPr/>
            </p:nvSpPr>
            <p:spPr>
              <a:xfrm rot="-2700000">
                <a:off x="7825456" y="4928129"/>
                <a:ext cx="103403" cy="9720"/>
              </a:xfrm>
              <a:custGeom>
                <a:avLst/>
                <a:gdLst/>
                <a:ahLst/>
                <a:cxnLst/>
                <a:rect l="l" t="t" r="r" b="b"/>
                <a:pathLst>
                  <a:path w="103346" h="9715" extrusionOk="0">
                    <a:moveTo>
                      <a:pt x="0" y="0"/>
                    </a:moveTo>
                    <a:lnTo>
                      <a:pt x="103346" y="0"/>
                    </a:lnTo>
                    <a:lnTo>
                      <a:pt x="103346" y="9716"/>
                    </a:lnTo>
                    <a:lnTo>
                      <a:pt x="0" y="971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586"/>
        <p:cNvGrpSpPr/>
        <p:nvPr/>
      </p:nvGrpSpPr>
      <p:grpSpPr>
        <a:xfrm>
          <a:off x="0" y="0"/>
          <a:ext cx="0" cy="0"/>
          <a:chOff x="0" y="0"/>
          <a:chExt cx="0" cy="0"/>
        </a:xfrm>
      </p:grpSpPr>
      <p:sp>
        <p:nvSpPr>
          <p:cNvPr id="587" name="Google Shape;587;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88" name="Google Shape;588;p20"/>
          <p:cNvSpPr/>
          <p:nvPr/>
        </p:nvSpPr>
        <p:spPr>
          <a:xfrm rot="337739" flipH="1">
            <a:off x="8212271" y="3187242"/>
            <a:ext cx="3158465" cy="3518480"/>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9" name="Google Shape;589;p20"/>
          <p:cNvGrpSpPr/>
          <p:nvPr/>
        </p:nvGrpSpPr>
        <p:grpSpPr>
          <a:xfrm>
            <a:off x="90200" y="4214393"/>
            <a:ext cx="516117" cy="779220"/>
            <a:chOff x="10572463" y="3528536"/>
            <a:chExt cx="580168" cy="875823"/>
          </a:xfrm>
        </p:grpSpPr>
        <p:grpSp>
          <p:nvGrpSpPr>
            <p:cNvPr id="590" name="Google Shape;590;p20"/>
            <p:cNvGrpSpPr/>
            <p:nvPr/>
          </p:nvGrpSpPr>
          <p:grpSpPr>
            <a:xfrm>
              <a:off x="10713815" y="3528536"/>
              <a:ext cx="438816" cy="746664"/>
              <a:chOff x="10713815" y="3528536"/>
              <a:chExt cx="438816" cy="746664"/>
            </a:xfrm>
          </p:grpSpPr>
          <p:sp>
            <p:nvSpPr>
              <p:cNvPr id="591" name="Google Shape;591;p20"/>
              <p:cNvSpPr/>
              <p:nvPr/>
            </p:nvSpPr>
            <p:spPr>
              <a:xfrm>
                <a:off x="10713815" y="3528536"/>
                <a:ext cx="438816" cy="746664"/>
              </a:xfrm>
              <a:custGeom>
                <a:avLst/>
                <a:gdLst/>
                <a:ahLst/>
                <a:cxnLst/>
                <a:rect l="l" t="t" r="r" b="b"/>
                <a:pathLst>
                  <a:path w="438816" h="746664" extrusionOk="0">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92" name="Google Shape;592;p20"/>
              <p:cNvGrpSpPr/>
              <p:nvPr/>
            </p:nvGrpSpPr>
            <p:grpSpPr>
              <a:xfrm>
                <a:off x="10776489" y="3625310"/>
                <a:ext cx="313848" cy="288226"/>
                <a:chOff x="10776489" y="3625310"/>
                <a:chExt cx="313848" cy="288226"/>
              </a:xfrm>
            </p:grpSpPr>
            <p:sp>
              <p:nvSpPr>
                <p:cNvPr id="593" name="Google Shape;593;p20"/>
                <p:cNvSpPr/>
                <p:nvPr/>
              </p:nvSpPr>
              <p:spPr>
                <a:xfrm>
                  <a:off x="10776489" y="362531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4" name="Google Shape;594;p20"/>
                <p:cNvSpPr/>
                <p:nvPr/>
              </p:nvSpPr>
              <p:spPr>
                <a:xfrm>
                  <a:off x="10776489" y="367865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5" name="Google Shape;595;p20"/>
                <p:cNvSpPr/>
                <p:nvPr/>
              </p:nvSpPr>
              <p:spPr>
                <a:xfrm>
                  <a:off x="10776489" y="373199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6" name="Google Shape;596;p20"/>
                <p:cNvSpPr/>
                <p:nvPr/>
              </p:nvSpPr>
              <p:spPr>
                <a:xfrm>
                  <a:off x="10776489" y="378542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7" name="Google Shape;597;p20"/>
                <p:cNvSpPr/>
                <p:nvPr/>
              </p:nvSpPr>
              <p:spPr>
                <a:xfrm>
                  <a:off x="10776489" y="383876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8" name="Google Shape;598;p20"/>
                <p:cNvSpPr/>
                <p:nvPr/>
              </p:nvSpPr>
              <p:spPr>
                <a:xfrm>
                  <a:off x="10776489" y="3892105"/>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99" name="Google Shape;599;p20"/>
              <p:cNvGrpSpPr/>
              <p:nvPr/>
            </p:nvGrpSpPr>
            <p:grpSpPr>
              <a:xfrm>
                <a:off x="10776489" y="3999547"/>
                <a:ext cx="313848" cy="181546"/>
                <a:chOff x="10776489" y="3999547"/>
                <a:chExt cx="313848" cy="181546"/>
              </a:xfrm>
            </p:grpSpPr>
            <p:sp>
              <p:nvSpPr>
                <p:cNvPr id="600" name="Google Shape;600;p20"/>
                <p:cNvSpPr/>
                <p:nvPr/>
              </p:nvSpPr>
              <p:spPr>
                <a:xfrm>
                  <a:off x="10776489" y="399954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1" name="Google Shape;601;p20"/>
                <p:cNvSpPr/>
                <p:nvPr/>
              </p:nvSpPr>
              <p:spPr>
                <a:xfrm>
                  <a:off x="10776489" y="405288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2" name="Google Shape;602;p20"/>
                <p:cNvSpPr/>
                <p:nvPr/>
              </p:nvSpPr>
              <p:spPr>
                <a:xfrm>
                  <a:off x="10776489" y="4106322"/>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3" name="Google Shape;603;p20"/>
                <p:cNvSpPr/>
                <p:nvPr/>
              </p:nvSpPr>
              <p:spPr>
                <a:xfrm>
                  <a:off x="10776489" y="4159662"/>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04" name="Google Shape;604;p20"/>
              <p:cNvSpPr/>
              <p:nvPr/>
            </p:nvSpPr>
            <p:spPr>
              <a:xfrm>
                <a:off x="11039951" y="3528536"/>
                <a:ext cx="112584" cy="112585"/>
              </a:xfrm>
              <a:custGeom>
                <a:avLst/>
                <a:gdLst/>
                <a:ahLst/>
                <a:cxnLst/>
                <a:rect l="l" t="t" r="r" b="b"/>
                <a:pathLst>
                  <a:path w="112584" h="112585" extrusionOk="0">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05" name="Google Shape;605;p20"/>
            <p:cNvGrpSpPr/>
            <p:nvPr/>
          </p:nvGrpSpPr>
          <p:grpSpPr>
            <a:xfrm>
              <a:off x="10572463" y="3657790"/>
              <a:ext cx="438817" cy="746569"/>
              <a:chOff x="10572463" y="3657790"/>
              <a:chExt cx="438817" cy="746569"/>
            </a:xfrm>
          </p:grpSpPr>
          <p:sp>
            <p:nvSpPr>
              <p:cNvPr id="606" name="Google Shape;606;p20"/>
              <p:cNvSpPr/>
              <p:nvPr/>
            </p:nvSpPr>
            <p:spPr>
              <a:xfrm>
                <a:off x="10572463" y="3657790"/>
                <a:ext cx="438817" cy="746569"/>
              </a:xfrm>
              <a:custGeom>
                <a:avLst/>
                <a:gdLst/>
                <a:ahLst/>
                <a:cxnLst/>
                <a:rect l="l" t="t" r="r" b="b"/>
                <a:pathLst>
                  <a:path w="438817" h="746569" extrusionOk="0">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07" name="Google Shape;607;p20"/>
              <p:cNvGrpSpPr/>
              <p:nvPr/>
            </p:nvGrpSpPr>
            <p:grpSpPr>
              <a:xfrm>
                <a:off x="10635138" y="3754469"/>
                <a:ext cx="313848" cy="288321"/>
                <a:chOff x="10635138" y="3754469"/>
                <a:chExt cx="313848" cy="288321"/>
              </a:xfrm>
            </p:grpSpPr>
            <p:sp>
              <p:nvSpPr>
                <p:cNvPr id="608" name="Google Shape;608;p20"/>
                <p:cNvSpPr/>
                <p:nvPr/>
              </p:nvSpPr>
              <p:spPr>
                <a:xfrm>
                  <a:off x="10635138" y="375446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9" name="Google Shape;609;p20"/>
                <p:cNvSpPr/>
                <p:nvPr/>
              </p:nvSpPr>
              <p:spPr>
                <a:xfrm>
                  <a:off x="10635138" y="380790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0" name="Google Shape;610;p20"/>
                <p:cNvSpPr/>
                <p:nvPr/>
              </p:nvSpPr>
              <p:spPr>
                <a:xfrm>
                  <a:off x="10635138" y="386124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1" name="Google Shape;611;p20"/>
                <p:cNvSpPr/>
                <p:nvPr/>
              </p:nvSpPr>
              <p:spPr>
                <a:xfrm>
                  <a:off x="10635138" y="391458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2" name="Google Shape;612;p20"/>
                <p:cNvSpPr/>
                <p:nvPr/>
              </p:nvSpPr>
              <p:spPr>
                <a:xfrm>
                  <a:off x="10635138" y="396801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3" name="Google Shape;613;p20"/>
                <p:cNvSpPr/>
                <p:nvPr/>
              </p:nvSpPr>
              <p:spPr>
                <a:xfrm>
                  <a:off x="10635138" y="4021359"/>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14" name="Google Shape;614;p20"/>
              <p:cNvGrpSpPr/>
              <p:nvPr/>
            </p:nvGrpSpPr>
            <p:grpSpPr>
              <a:xfrm>
                <a:off x="10635138" y="4128801"/>
                <a:ext cx="313848" cy="181547"/>
                <a:chOff x="10635138" y="4128801"/>
                <a:chExt cx="313848" cy="181547"/>
              </a:xfrm>
            </p:grpSpPr>
            <p:sp>
              <p:nvSpPr>
                <p:cNvPr id="615" name="Google Shape;615;p20"/>
                <p:cNvSpPr/>
                <p:nvPr/>
              </p:nvSpPr>
              <p:spPr>
                <a:xfrm>
                  <a:off x="10635138" y="412880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6" name="Google Shape;616;p20"/>
                <p:cNvSpPr/>
                <p:nvPr/>
              </p:nvSpPr>
              <p:spPr>
                <a:xfrm>
                  <a:off x="10635138" y="418214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7" name="Google Shape;617;p20"/>
                <p:cNvSpPr/>
                <p:nvPr/>
              </p:nvSpPr>
              <p:spPr>
                <a:xfrm>
                  <a:off x="10635138" y="423548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8" name="Google Shape;618;p20"/>
                <p:cNvSpPr/>
                <p:nvPr/>
              </p:nvSpPr>
              <p:spPr>
                <a:xfrm>
                  <a:off x="10635138" y="4288917"/>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19" name="Google Shape;619;p20"/>
              <p:cNvSpPr/>
              <p:nvPr/>
            </p:nvSpPr>
            <p:spPr>
              <a:xfrm>
                <a:off x="10898599" y="3657790"/>
                <a:ext cx="112586" cy="112585"/>
              </a:xfrm>
              <a:custGeom>
                <a:avLst/>
                <a:gdLst/>
                <a:ahLst/>
                <a:cxnLst/>
                <a:rect l="l" t="t" r="r" b="b"/>
                <a:pathLst>
                  <a:path w="112586" h="112585" extrusionOk="0">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620" name="Google Shape;620;p20"/>
          <p:cNvSpPr/>
          <p:nvPr/>
        </p:nvSpPr>
        <p:spPr>
          <a:xfrm rot="-3657034" flipH="1">
            <a:off x="-1404232" y="-737971"/>
            <a:ext cx="2746020" cy="162787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1" name="Google Shape;621;p20"/>
          <p:cNvGrpSpPr/>
          <p:nvPr/>
        </p:nvGrpSpPr>
        <p:grpSpPr>
          <a:xfrm>
            <a:off x="8114970" y="266839"/>
            <a:ext cx="829992" cy="750888"/>
            <a:chOff x="8114596" y="445039"/>
            <a:chExt cx="633002" cy="572716"/>
          </a:xfrm>
        </p:grpSpPr>
        <p:grpSp>
          <p:nvGrpSpPr>
            <p:cNvPr id="622" name="Google Shape;622;p20"/>
            <p:cNvGrpSpPr/>
            <p:nvPr/>
          </p:nvGrpSpPr>
          <p:grpSpPr>
            <a:xfrm>
              <a:off x="8114596" y="445039"/>
              <a:ext cx="633002" cy="572716"/>
              <a:chOff x="7189660" y="520827"/>
              <a:chExt cx="598074" cy="541115"/>
            </a:xfrm>
          </p:grpSpPr>
          <p:sp>
            <p:nvSpPr>
              <p:cNvPr id="623" name="Google Shape;623;p20"/>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24" name="Google Shape;624;p20"/>
              <p:cNvGrpSpPr/>
              <p:nvPr/>
            </p:nvGrpSpPr>
            <p:grpSpPr>
              <a:xfrm>
                <a:off x="7579137" y="551973"/>
                <a:ext cx="164782" cy="41529"/>
                <a:chOff x="7579137" y="551973"/>
                <a:chExt cx="164782" cy="41529"/>
              </a:xfrm>
            </p:grpSpPr>
            <p:sp>
              <p:nvSpPr>
                <p:cNvPr id="625" name="Google Shape;625;p20"/>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6" name="Google Shape;626;p20"/>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7" name="Google Shape;627;p20"/>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628" name="Google Shape;628;p20"/>
            <p:cNvGrpSpPr/>
            <p:nvPr/>
          </p:nvGrpSpPr>
          <p:grpSpPr>
            <a:xfrm>
              <a:off x="8184962" y="619646"/>
              <a:ext cx="498115" cy="257273"/>
              <a:chOff x="7256144" y="685800"/>
              <a:chExt cx="470630" cy="243077"/>
            </a:xfrm>
          </p:grpSpPr>
          <p:sp>
            <p:nvSpPr>
              <p:cNvPr id="629" name="Google Shape;629;p20"/>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30" name="Google Shape;630;p20"/>
              <p:cNvGrpSpPr/>
              <p:nvPr/>
            </p:nvGrpSpPr>
            <p:grpSpPr>
              <a:xfrm>
                <a:off x="7512843" y="685800"/>
                <a:ext cx="213931" cy="243077"/>
                <a:chOff x="7512843" y="685800"/>
                <a:chExt cx="213931" cy="243077"/>
              </a:xfrm>
            </p:grpSpPr>
            <p:grpSp>
              <p:nvGrpSpPr>
                <p:cNvPr id="631" name="Google Shape;631;p20"/>
                <p:cNvGrpSpPr/>
                <p:nvPr/>
              </p:nvGrpSpPr>
              <p:grpSpPr>
                <a:xfrm>
                  <a:off x="7512843" y="836580"/>
                  <a:ext cx="213931" cy="92297"/>
                  <a:chOff x="7512843" y="836580"/>
                  <a:chExt cx="213931" cy="92297"/>
                </a:xfrm>
              </p:grpSpPr>
              <p:sp>
                <p:nvSpPr>
                  <p:cNvPr id="632" name="Google Shape;632;p20"/>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3" name="Google Shape;633;p20"/>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34" name="Google Shape;634;p20"/>
                <p:cNvGrpSpPr/>
                <p:nvPr/>
              </p:nvGrpSpPr>
              <p:grpSpPr>
                <a:xfrm>
                  <a:off x="7512843" y="761238"/>
                  <a:ext cx="213931" cy="92296"/>
                  <a:chOff x="7512843" y="761238"/>
                  <a:chExt cx="213931" cy="92296"/>
                </a:xfrm>
              </p:grpSpPr>
              <p:sp>
                <p:nvSpPr>
                  <p:cNvPr id="635" name="Google Shape;635;p20"/>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6" name="Google Shape;636;p20"/>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37" name="Google Shape;637;p20"/>
                <p:cNvGrpSpPr/>
                <p:nvPr/>
              </p:nvGrpSpPr>
              <p:grpSpPr>
                <a:xfrm>
                  <a:off x="7512843" y="685800"/>
                  <a:ext cx="213931" cy="92297"/>
                  <a:chOff x="7512843" y="685800"/>
                  <a:chExt cx="213931" cy="92297"/>
                </a:xfrm>
              </p:grpSpPr>
              <p:sp>
                <p:nvSpPr>
                  <p:cNvPr id="638" name="Google Shape;638;p20"/>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9" name="Google Shape;639;p20"/>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640"/>
        <p:cNvGrpSpPr/>
        <p:nvPr/>
      </p:nvGrpSpPr>
      <p:grpSpPr>
        <a:xfrm>
          <a:off x="0" y="0"/>
          <a:ext cx="0" cy="0"/>
          <a:chOff x="0" y="0"/>
          <a:chExt cx="0" cy="0"/>
        </a:xfrm>
      </p:grpSpPr>
      <p:sp>
        <p:nvSpPr>
          <p:cNvPr id="641" name="Google Shape;641;p21"/>
          <p:cNvSpPr/>
          <p:nvPr/>
        </p:nvSpPr>
        <p:spPr>
          <a:xfrm rot="9076707" flipH="1">
            <a:off x="7972821" y="-586852"/>
            <a:ext cx="1683799" cy="167281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643" name="Google Shape;643;p21"/>
          <p:cNvGrpSpPr/>
          <p:nvPr/>
        </p:nvGrpSpPr>
        <p:grpSpPr>
          <a:xfrm flipH="1">
            <a:off x="683048" y="4696520"/>
            <a:ext cx="325927" cy="404808"/>
            <a:chOff x="7385113" y="1535430"/>
            <a:chExt cx="435673" cy="541115"/>
          </a:xfrm>
        </p:grpSpPr>
        <p:sp>
          <p:nvSpPr>
            <p:cNvPr id="644" name="Google Shape;644;p21"/>
            <p:cNvSpPr/>
            <p:nvPr/>
          </p:nvSpPr>
          <p:spPr>
            <a:xfrm>
              <a:off x="7385113" y="1535430"/>
              <a:ext cx="435673" cy="541115"/>
            </a:xfrm>
            <a:custGeom>
              <a:avLst/>
              <a:gdLst/>
              <a:ahLst/>
              <a:cxnLst/>
              <a:rect l="l" t="t" r="r" b="b"/>
              <a:pathLst>
                <a:path w="435673" h="541115" extrusionOk="0">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45" name="Google Shape;645;p21"/>
            <p:cNvGrpSpPr/>
            <p:nvPr/>
          </p:nvGrpSpPr>
          <p:grpSpPr>
            <a:xfrm>
              <a:off x="7612094" y="1566576"/>
              <a:ext cx="164781" cy="41529"/>
              <a:chOff x="7612094" y="1566576"/>
              <a:chExt cx="164781" cy="41529"/>
            </a:xfrm>
          </p:grpSpPr>
          <p:sp>
            <p:nvSpPr>
              <p:cNvPr id="646" name="Google Shape;646;p21"/>
              <p:cNvSpPr/>
              <p:nvPr/>
            </p:nvSpPr>
            <p:spPr>
              <a:xfrm>
                <a:off x="7735347" y="1566576"/>
                <a:ext cx="41528" cy="41529"/>
              </a:xfrm>
              <a:custGeom>
                <a:avLst/>
                <a:gdLst/>
                <a:ahLst/>
                <a:cxnLst/>
                <a:rect l="l" t="t" r="r" b="b"/>
                <a:pathLst>
                  <a:path w="41528"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7" name="Google Shape;647;p21"/>
              <p:cNvSpPr/>
              <p:nvPr/>
            </p:nvSpPr>
            <p:spPr>
              <a:xfrm>
                <a:off x="7673721" y="1566576"/>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8" name="Google Shape;648;p21"/>
              <p:cNvSpPr/>
              <p:nvPr/>
            </p:nvSpPr>
            <p:spPr>
              <a:xfrm>
                <a:off x="7612094" y="1566576"/>
                <a:ext cx="41529" cy="41529"/>
              </a:xfrm>
              <a:custGeom>
                <a:avLst/>
                <a:gdLst/>
                <a:ahLst/>
                <a:cxnLst/>
                <a:rect l="l" t="t" r="r" b="b"/>
                <a:pathLst>
                  <a:path w="41529"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649" name="Google Shape;649;p21"/>
          <p:cNvGrpSpPr/>
          <p:nvPr/>
        </p:nvGrpSpPr>
        <p:grpSpPr>
          <a:xfrm flipH="1">
            <a:off x="713902" y="4774546"/>
            <a:ext cx="268636" cy="280965"/>
            <a:chOff x="7420451" y="1639728"/>
            <a:chExt cx="359091" cy="375571"/>
          </a:xfrm>
        </p:grpSpPr>
        <p:sp>
          <p:nvSpPr>
            <p:cNvPr id="650" name="Google Shape;650;p21"/>
            <p:cNvSpPr/>
            <p:nvPr/>
          </p:nvSpPr>
          <p:spPr>
            <a:xfrm>
              <a:off x="7420451" y="1852041"/>
              <a:ext cx="357473" cy="163258"/>
            </a:xfrm>
            <a:custGeom>
              <a:avLst/>
              <a:gdLst/>
              <a:ahLst/>
              <a:cxnLst/>
              <a:rect l="l" t="t" r="r" b="b"/>
              <a:pathLst>
                <a:path w="357473" h="163258" extrusionOk="0">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1" name="Google Shape;651;p21"/>
            <p:cNvSpPr/>
            <p:nvPr/>
          </p:nvSpPr>
          <p:spPr>
            <a:xfrm>
              <a:off x="7425594" y="1639728"/>
              <a:ext cx="353948" cy="180117"/>
            </a:xfrm>
            <a:custGeom>
              <a:avLst/>
              <a:gdLst/>
              <a:ahLst/>
              <a:cxnLst/>
              <a:rect l="l" t="t" r="r" b="b"/>
              <a:pathLst>
                <a:path w="353948" h="180117" extrusionOk="0">
                  <a:moveTo>
                    <a:pt x="0" y="0"/>
                  </a:moveTo>
                  <a:lnTo>
                    <a:pt x="353949" y="0"/>
                  </a:lnTo>
                  <a:lnTo>
                    <a:pt x="353949" y="180118"/>
                  </a:lnTo>
                  <a:lnTo>
                    <a:pt x="0" y="1801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52" name="Google Shape;652;p21"/>
          <p:cNvGrpSpPr/>
          <p:nvPr/>
        </p:nvGrpSpPr>
        <p:grpSpPr>
          <a:xfrm flipH="1">
            <a:off x="96200" y="4469347"/>
            <a:ext cx="355444" cy="644072"/>
            <a:chOff x="1945386" y="5582316"/>
            <a:chExt cx="470725" cy="852963"/>
          </a:xfrm>
        </p:grpSpPr>
        <p:grpSp>
          <p:nvGrpSpPr>
            <p:cNvPr id="653" name="Google Shape;653;p21"/>
            <p:cNvGrpSpPr/>
            <p:nvPr/>
          </p:nvGrpSpPr>
          <p:grpSpPr>
            <a:xfrm>
              <a:off x="1945386" y="5582316"/>
              <a:ext cx="470725" cy="852963"/>
              <a:chOff x="1945386" y="5582316"/>
              <a:chExt cx="470725" cy="852963"/>
            </a:xfrm>
          </p:grpSpPr>
          <p:sp>
            <p:nvSpPr>
              <p:cNvPr id="654" name="Google Shape;654;p21"/>
              <p:cNvSpPr/>
              <p:nvPr/>
            </p:nvSpPr>
            <p:spPr>
              <a:xfrm>
                <a:off x="1945386" y="5582316"/>
                <a:ext cx="470725" cy="852963"/>
              </a:xfrm>
              <a:custGeom>
                <a:avLst/>
                <a:gdLst/>
                <a:ahLst/>
                <a:cxnLst/>
                <a:rect l="l" t="t" r="r" b="b"/>
                <a:pathLst>
                  <a:path w="470725" h="852963" extrusionOk="0">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5" name="Google Shape;655;p21"/>
              <p:cNvSpPr/>
              <p:nvPr/>
            </p:nvSpPr>
            <p:spPr>
              <a:xfrm>
                <a:off x="1965864" y="5625846"/>
                <a:ext cx="429577" cy="699420"/>
              </a:xfrm>
              <a:custGeom>
                <a:avLst/>
                <a:gdLst/>
                <a:ahLst/>
                <a:cxnLst/>
                <a:rect l="l" t="t" r="r" b="b"/>
                <a:pathLst>
                  <a:path w="429577" h="699420" extrusionOk="0">
                    <a:moveTo>
                      <a:pt x="0" y="0"/>
                    </a:moveTo>
                    <a:lnTo>
                      <a:pt x="429578" y="0"/>
                    </a:lnTo>
                    <a:lnTo>
                      <a:pt x="429578" y="699421"/>
                    </a:lnTo>
                    <a:lnTo>
                      <a:pt x="0" y="69942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56" name="Google Shape;656;p21"/>
            <p:cNvSpPr/>
            <p:nvPr/>
          </p:nvSpPr>
          <p:spPr>
            <a:xfrm>
              <a:off x="1986438" y="6371462"/>
              <a:ext cx="388334" cy="32194"/>
            </a:xfrm>
            <a:custGeom>
              <a:avLst/>
              <a:gdLst/>
              <a:ahLst/>
              <a:cxnLst/>
              <a:rect l="l" t="t" r="r" b="b"/>
              <a:pathLst>
                <a:path w="388334" h="32194" extrusionOk="0">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57" name="Google Shape;657;p21"/>
          <p:cNvGrpSpPr/>
          <p:nvPr/>
        </p:nvGrpSpPr>
        <p:grpSpPr>
          <a:xfrm>
            <a:off x="7975988" y="116167"/>
            <a:ext cx="1061979" cy="558999"/>
            <a:chOff x="3859815" y="2867310"/>
            <a:chExt cx="1262157" cy="664368"/>
          </a:xfrm>
        </p:grpSpPr>
        <p:sp>
          <p:nvSpPr>
            <p:cNvPr id="658" name="Google Shape;658;p21"/>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59" name="Google Shape;659;p21"/>
            <p:cNvGrpSpPr/>
            <p:nvPr/>
          </p:nvGrpSpPr>
          <p:grpSpPr>
            <a:xfrm>
              <a:off x="4275677" y="3065525"/>
              <a:ext cx="334517" cy="380047"/>
              <a:chOff x="4275677" y="3065525"/>
              <a:chExt cx="334517" cy="380047"/>
            </a:xfrm>
          </p:grpSpPr>
          <p:grpSp>
            <p:nvGrpSpPr>
              <p:cNvPr id="660" name="Google Shape;660;p21"/>
              <p:cNvGrpSpPr/>
              <p:nvPr/>
            </p:nvGrpSpPr>
            <p:grpSpPr>
              <a:xfrm>
                <a:off x="4275677" y="3065525"/>
                <a:ext cx="334517" cy="380047"/>
                <a:chOff x="4275677" y="3065525"/>
                <a:chExt cx="334517" cy="380047"/>
              </a:xfrm>
            </p:grpSpPr>
            <p:grpSp>
              <p:nvGrpSpPr>
                <p:cNvPr id="661" name="Google Shape;661;p21"/>
                <p:cNvGrpSpPr/>
                <p:nvPr/>
              </p:nvGrpSpPr>
              <p:grpSpPr>
                <a:xfrm>
                  <a:off x="4275677" y="3301269"/>
                  <a:ext cx="334422" cy="144303"/>
                  <a:chOff x="4275677" y="3301269"/>
                  <a:chExt cx="334422" cy="144303"/>
                </a:xfrm>
              </p:grpSpPr>
              <p:sp>
                <p:nvSpPr>
                  <p:cNvPr id="662" name="Google Shape;662;p21"/>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3" name="Google Shape;663;p21"/>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64" name="Google Shape;664;p21"/>
                <p:cNvGrpSpPr/>
                <p:nvPr/>
              </p:nvGrpSpPr>
              <p:grpSpPr>
                <a:xfrm>
                  <a:off x="4275677" y="3183350"/>
                  <a:ext cx="334422" cy="144302"/>
                  <a:chOff x="4275677" y="3183350"/>
                  <a:chExt cx="334422" cy="144302"/>
                </a:xfrm>
              </p:grpSpPr>
              <p:sp>
                <p:nvSpPr>
                  <p:cNvPr id="665" name="Google Shape;665;p21"/>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6" name="Google Shape;666;p21"/>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67" name="Google Shape;667;p21"/>
                <p:cNvGrpSpPr/>
                <p:nvPr/>
              </p:nvGrpSpPr>
              <p:grpSpPr>
                <a:xfrm>
                  <a:off x="4275677" y="3065525"/>
                  <a:ext cx="334517" cy="144303"/>
                  <a:chOff x="4275677" y="3065525"/>
                  <a:chExt cx="334517" cy="144303"/>
                </a:xfrm>
              </p:grpSpPr>
              <p:sp>
                <p:nvSpPr>
                  <p:cNvPr id="668" name="Google Shape;668;p21"/>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9" name="Google Shape;669;p21"/>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670" name="Google Shape;670;p21"/>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1" name="Google Shape;671;p21"/>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2" name="Google Shape;672;p21"/>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673" name="Google Shape;673;p21"/>
          <p:cNvGrpSpPr/>
          <p:nvPr/>
        </p:nvGrpSpPr>
        <p:grpSpPr>
          <a:xfrm rot="5400000" flipH="1">
            <a:off x="557972" y="4696603"/>
            <a:ext cx="16329" cy="218290"/>
            <a:chOff x="10809827" y="4402455"/>
            <a:chExt cx="24764" cy="330993"/>
          </a:xfrm>
        </p:grpSpPr>
        <p:sp>
          <p:nvSpPr>
            <p:cNvPr id="674" name="Google Shape;674;p21"/>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5" name="Google Shape;675;p21"/>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6" name="Google Shape;676;p21"/>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77" name="Google Shape;677;p21"/>
          <p:cNvSpPr/>
          <p:nvPr/>
        </p:nvSpPr>
        <p:spPr>
          <a:xfrm rot="-532595">
            <a:off x="7984139" y="4422751"/>
            <a:ext cx="1661199" cy="1343241"/>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1"/>
          <p:cNvSpPr/>
          <p:nvPr/>
        </p:nvSpPr>
        <p:spPr>
          <a:xfrm rot="-5145822" flipH="1">
            <a:off x="-1235221" y="72085"/>
            <a:ext cx="2404292" cy="131859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687"/>
        <p:cNvGrpSpPr/>
        <p:nvPr/>
      </p:nvGrpSpPr>
      <p:grpSpPr>
        <a:xfrm>
          <a:off x="0" y="0"/>
          <a:ext cx="0" cy="0"/>
          <a:chOff x="0" y="0"/>
          <a:chExt cx="0" cy="0"/>
        </a:xfrm>
      </p:grpSpPr>
      <p:sp>
        <p:nvSpPr>
          <p:cNvPr id="688" name="Google Shape;688;p23"/>
          <p:cNvSpPr/>
          <p:nvPr/>
        </p:nvSpPr>
        <p:spPr>
          <a:xfrm rot="-1900174" flipH="1">
            <a:off x="-500059" y="-436065"/>
            <a:ext cx="1729608" cy="139855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3"/>
          <p:cNvSpPr/>
          <p:nvPr/>
        </p:nvSpPr>
        <p:spPr>
          <a:xfrm rot="-3263452" flipH="1">
            <a:off x="5847147"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3"/>
          <p:cNvSpPr/>
          <p:nvPr/>
        </p:nvSpPr>
        <p:spPr>
          <a:xfrm rot="460623" flipH="1">
            <a:off x="6387251"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3"/>
          <p:cNvSpPr/>
          <p:nvPr/>
        </p:nvSpPr>
        <p:spPr>
          <a:xfrm rot="531593" flipH="1">
            <a:off x="-1222788" y="3829381"/>
            <a:ext cx="2902962" cy="234732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2" name="Google Shape;692;p23"/>
          <p:cNvGrpSpPr/>
          <p:nvPr/>
        </p:nvGrpSpPr>
        <p:grpSpPr>
          <a:xfrm>
            <a:off x="7931872" y="177093"/>
            <a:ext cx="997823" cy="737095"/>
            <a:chOff x="7931872" y="177093"/>
            <a:chExt cx="997823" cy="737095"/>
          </a:xfrm>
        </p:grpSpPr>
        <p:grpSp>
          <p:nvGrpSpPr>
            <p:cNvPr id="693" name="Google Shape;693;p23"/>
            <p:cNvGrpSpPr/>
            <p:nvPr/>
          </p:nvGrpSpPr>
          <p:grpSpPr>
            <a:xfrm>
              <a:off x="7931872" y="177093"/>
              <a:ext cx="919725" cy="318025"/>
              <a:chOff x="7230903" y="4635722"/>
              <a:chExt cx="652843" cy="225742"/>
            </a:xfrm>
          </p:grpSpPr>
          <p:sp>
            <p:nvSpPr>
              <p:cNvPr id="694" name="Google Shape;694;p23"/>
              <p:cNvSpPr/>
              <p:nvPr/>
            </p:nvSpPr>
            <p:spPr>
              <a:xfrm>
                <a:off x="7230903" y="4635722"/>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5" name="Google Shape;695;p23"/>
              <p:cNvSpPr/>
              <p:nvPr/>
            </p:nvSpPr>
            <p:spPr>
              <a:xfrm>
                <a:off x="7287577" y="4672107"/>
                <a:ext cx="151161" cy="151161"/>
              </a:xfrm>
              <a:custGeom>
                <a:avLst/>
                <a:gdLst/>
                <a:ahLst/>
                <a:cxnLst/>
                <a:rect l="l" t="t" r="r" b="b"/>
                <a:pathLst>
                  <a:path w="151161" h="151161" extrusionOk="0">
                    <a:moveTo>
                      <a:pt x="0" y="0"/>
                    </a:moveTo>
                    <a:lnTo>
                      <a:pt x="151161" y="0"/>
                    </a:lnTo>
                    <a:lnTo>
                      <a:pt x="151161" y="151162"/>
                    </a:lnTo>
                    <a:lnTo>
                      <a:pt x="0" y="1511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96" name="Google Shape;696;p23"/>
              <p:cNvGrpSpPr/>
              <p:nvPr/>
            </p:nvGrpSpPr>
            <p:grpSpPr>
              <a:xfrm>
                <a:off x="7487126" y="4676394"/>
                <a:ext cx="332041" cy="142684"/>
                <a:chOff x="7487126" y="4676394"/>
                <a:chExt cx="332041" cy="142684"/>
              </a:xfrm>
            </p:grpSpPr>
            <p:sp>
              <p:nvSpPr>
                <p:cNvPr id="697" name="Google Shape;697;p23"/>
                <p:cNvSpPr/>
                <p:nvPr/>
              </p:nvSpPr>
              <p:spPr>
                <a:xfrm>
                  <a:off x="7487126" y="4676394"/>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8" name="Google Shape;698;p23"/>
                <p:cNvSpPr/>
                <p:nvPr/>
              </p:nvSpPr>
              <p:spPr>
                <a:xfrm>
                  <a:off x="7487126" y="4717161"/>
                  <a:ext cx="290322" cy="20383"/>
                </a:xfrm>
                <a:custGeom>
                  <a:avLst/>
                  <a:gdLst/>
                  <a:ahLst/>
                  <a:cxnLst/>
                  <a:rect l="l" t="t" r="r" b="b"/>
                  <a:pathLst>
                    <a:path w="290322" h="20383" extrusionOk="0">
                      <a:moveTo>
                        <a:pt x="0" y="0"/>
                      </a:moveTo>
                      <a:lnTo>
                        <a:pt x="290322" y="0"/>
                      </a:lnTo>
                      <a:lnTo>
                        <a:pt x="29032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9" name="Google Shape;699;p23"/>
                <p:cNvSpPr/>
                <p:nvPr/>
              </p:nvSpPr>
              <p:spPr>
                <a:xfrm>
                  <a:off x="7487126" y="4757928"/>
                  <a:ext cx="303942" cy="20383"/>
                </a:xfrm>
                <a:custGeom>
                  <a:avLst/>
                  <a:gdLst/>
                  <a:ahLst/>
                  <a:cxnLst/>
                  <a:rect l="l" t="t" r="r" b="b"/>
                  <a:pathLst>
                    <a:path w="303942" h="20383" extrusionOk="0">
                      <a:moveTo>
                        <a:pt x="0" y="0"/>
                      </a:moveTo>
                      <a:lnTo>
                        <a:pt x="303942" y="0"/>
                      </a:lnTo>
                      <a:lnTo>
                        <a:pt x="30394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0" name="Google Shape;700;p23"/>
                <p:cNvSpPr/>
                <p:nvPr/>
              </p:nvSpPr>
              <p:spPr>
                <a:xfrm>
                  <a:off x="7487126" y="4798695"/>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701" name="Google Shape;701;p23"/>
            <p:cNvGrpSpPr/>
            <p:nvPr/>
          </p:nvGrpSpPr>
          <p:grpSpPr>
            <a:xfrm>
              <a:off x="7931872" y="596163"/>
              <a:ext cx="919725" cy="318025"/>
              <a:chOff x="7230903" y="4933188"/>
              <a:chExt cx="652843" cy="225742"/>
            </a:xfrm>
          </p:grpSpPr>
          <p:grpSp>
            <p:nvGrpSpPr>
              <p:cNvPr id="702" name="Google Shape;702;p23"/>
              <p:cNvGrpSpPr/>
              <p:nvPr/>
            </p:nvGrpSpPr>
            <p:grpSpPr>
              <a:xfrm>
                <a:off x="7230903" y="4933188"/>
                <a:ext cx="652843" cy="225742"/>
                <a:chOff x="7230903" y="4933188"/>
                <a:chExt cx="652843" cy="225742"/>
              </a:xfrm>
            </p:grpSpPr>
            <p:sp>
              <p:nvSpPr>
                <p:cNvPr id="703" name="Google Shape;703;p23"/>
                <p:cNvSpPr/>
                <p:nvPr/>
              </p:nvSpPr>
              <p:spPr>
                <a:xfrm>
                  <a:off x="7230903" y="4933188"/>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4" name="Google Shape;704;p23"/>
                <p:cNvSpPr/>
                <p:nvPr/>
              </p:nvSpPr>
              <p:spPr>
                <a:xfrm>
                  <a:off x="7287577" y="4969668"/>
                  <a:ext cx="151161" cy="151161"/>
                </a:xfrm>
                <a:custGeom>
                  <a:avLst/>
                  <a:gdLst/>
                  <a:ahLst/>
                  <a:cxnLst/>
                  <a:rect l="l" t="t" r="r" b="b"/>
                  <a:pathLst>
                    <a:path w="151161" h="151161" extrusionOk="0">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05" name="Google Shape;705;p23"/>
                <p:cNvGrpSpPr/>
                <p:nvPr/>
              </p:nvGrpSpPr>
              <p:grpSpPr>
                <a:xfrm>
                  <a:off x="7487126" y="4973859"/>
                  <a:ext cx="332041" cy="142684"/>
                  <a:chOff x="7487126" y="4973859"/>
                  <a:chExt cx="332041" cy="142684"/>
                </a:xfrm>
              </p:grpSpPr>
              <p:sp>
                <p:nvSpPr>
                  <p:cNvPr id="706" name="Google Shape;706;p23"/>
                  <p:cNvSpPr/>
                  <p:nvPr/>
                </p:nvSpPr>
                <p:spPr>
                  <a:xfrm>
                    <a:off x="7506747" y="4973859"/>
                    <a:ext cx="280034" cy="20383"/>
                  </a:xfrm>
                  <a:custGeom>
                    <a:avLst/>
                    <a:gdLst/>
                    <a:ahLst/>
                    <a:cxnLst/>
                    <a:rect l="l" t="t" r="r" b="b"/>
                    <a:pathLst>
                      <a:path w="280034" h="20383" extrusionOk="0">
                        <a:moveTo>
                          <a:pt x="0" y="0"/>
                        </a:moveTo>
                        <a:lnTo>
                          <a:pt x="280035" y="0"/>
                        </a:lnTo>
                        <a:lnTo>
                          <a:pt x="28003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7" name="Google Shape;707;p23"/>
                  <p:cNvSpPr/>
                  <p:nvPr/>
                </p:nvSpPr>
                <p:spPr>
                  <a:xfrm>
                    <a:off x="7487126" y="5014626"/>
                    <a:ext cx="205073" cy="20383"/>
                  </a:xfrm>
                  <a:custGeom>
                    <a:avLst/>
                    <a:gdLst/>
                    <a:ahLst/>
                    <a:cxnLst/>
                    <a:rect l="l" t="t" r="r" b="b"/>
                    <a:pathLst>
                      <a:path w="205073" h="20383" extrusionOk="0">
                        <a:moveTo>
                          <a:pt x="0" y="0"/>
                        </a:moveTo>
                        <a:lnTo>
                          <a:pt x="205073" y="0"/>
                        </a:lnTo>
                        <a:lnTo>
                          <a:pt x="205073"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8" name="Google Shape;708;p23"/>
                  <p:cNvSpPr/>
                  <p:nvPr/>
                </p:nvSpPr>
                <p:spPr>
                  <a:xfrm>
                    <a:off x="7487126" y="5055393"/>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9" name="Google Shape;709;p23"/>
                  <p:cNvSpPr/>
                  <p:nvPr/>
                </p:nvSpPr>
                <p:spPr>
                  <a:xfrm>
                    <a:off x="7487126" y="5096160"/>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710" name="Google Shape;710;p23"/>
              <p:cNvSpPr/>
              <p:nvPr/>
            </p:nvSpPr>
            <p:spPr>
              <a:xfrm>
                <a:off x="7338250" y="5011639"/>
                <a:ext cx="50734" cy="60632"/>
              </a:xfrm>
              <a:custGeom>
                <a:avLst/>
                <a:gdLst/>
                <a:ahLst/>
                <a:cxnLst/>
                <a:rect l="l" t="t" r="r" b="b"/>
                <a:pathLst>
                  <a:path w="50734" h="60632" extrusionOk="0">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11" name="Google Shape;711;p23"/>
            <p:cNvGrpSpPr/>
            <p:nvPr/>
          </p:nvGrpSpPr>
          <p:grpSpPr>
            <a:xfrm>
              <a:off x="8756326" y="539537"/>
              <a:ext cx="173370" cy="112691"/>
              <a:chOff x="7816120" y="4892994"/>
              <a:chExt cx="123062" cy="79991"/>
            </a:xfrm>
          </p:grpSpPr>
          <p:grpSp>
            <p:nvGrpSpPr>
              <p:cNvPr id="712" name="Google Shape;712;p23"/>
              <p:cNvGrpSpPr/>
              <p:nvPr/>
            </p:nvGrpSpPr>
            <p:grpSpPr>
              <a:xfrm>
                <a:off x="7816120" y="4902803"/>
                <a:ext cx="123062" cy="63817"/>
                <a:chOff x="7816120" y="4902803"/>
                <a:chExt cx="123062" cy="63817"/>
              </a:xfrm>
            </p:grpSpPr>
            <p:sp>
              <p:nvSpPr>
                <p:cNvPr id="713" name="Google Shape;713;p23"/>
                <p:cNvSpPr/>
                <p:nvPr/>
              </p:nvSpPr>
              <p:spPr>
                <a:xfrm>
                  <a:off x="7816120" y="4902803"/>
                  <a:ext cx="123062" cy="63817"/>
                </a:xfrm>
                <a:custGeom>
                  <a:avLst/>
                  <a:gdLst/>
                  <a:ahLst/>
                  <a:cxnLst/>
                  <a:rect l="l" t="t" r="r" b="b"/>
                  <a:pathLst>
                    <a:path w="123062" h="63817" extrusionOk="0">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4" name="Google Shape;714;p23"/>
                <p:cNvSpPr/>
                <p:nvPr/>
              </p:nvSpPr>
              <p:spPr>
                <a:xfrm>
                  <a:off x="7858029" y="4915090"/>
                  <a:ext cx="39242" cy="39243"/>
                </a:xfrm>
                <a:custGeom>
                  <a:avLst/>
                  <a:gdLst/>
                  <a:ahLst/>
                  <a:cxnLst/>
                  <a:rect l="l" t="t" r="r" b="b"/>
                  <a:pathLst>
                    <a:path w="39242" h="39243" extrusionOk="0">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15" name="Google Shape;715;p23"/>
              <p:cNvSpPr/>
              <p:nvPr/>
            </p:nvSpPr>
            <p:spPr>
              <a:xfrm rot="-2700000">
                <a:off x="7825456" y="4928129"/>
                <a:ext cx="103403" cy="9720"/>
              </a:xfrm>
              <a:custGeom>
                <a:avLst/>
                <a:gdLst/>
                <a:ahLst/>
                <a:cxnLst/>
                <a:rect l="l" t="t" r="r" b="b"/>
                <a:pathLst>
                  <a:path w="103346" h="9715" extrusionOk="0">
                    <a:moveTo>
                      <a:pt x="0" y="0"/>
                    </a:moveTo>
                    <a:lnTo>
                      <a:pt x="103346" y="0"/>
                    </a:lnTo>
                    <a:lnTo>
                      <a:pt x="103346" y="9716"/>
                    </a:lnTo>
                    <a:lnTo>
                      <a:pt x="0" y="971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716"/>
        <p:cNvGrpSpPr/>
        <p:nvPr/>
      </p:nvGrpSpPr>
      <p:grpSpPr>
        <a:xfrm>
          <a:off x="0" y="0"/>
          <a:ext cx="0" cy="0"/>
          <a:chOff x="0" y="0"/>
          <a:chExt cx="0" cy="0"/>
        </a:xfrm>
      </p:grpSpPr>
      <p:sp>
        <p:nvSpPr>
          <p:cNvPr id="717" name="Google Shape;717;p24"/>
          <p:cNvSpPr/>
          <p:nvPr/>
        </p:nvSpPr>
        <p:spPr>
          <a:xfrm rot="8819869" flipH="1">
            <a:off x="7035528" y="3933627"/>
            <a:ext cx="3158468" cy="250964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4"/>
          <p:cNvSpPr/>
          <p:nvPr/>
        </p:nvSpPr>
        <p:spPr>
          <a:xfrm rot="-3657034" flipH="1">
            <a:off x="-1336268" y="-858934"/>
            <a:ext cx="2746020" cy="1921695"/>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9" name="Google Shape;719;p24"/>
          <p:cNvGrpSpPr/>
          <p:nvPr/>
        </p:nvGrpSpPr>
        <p:grpSpPr>
          <a:xfrm>
            <a:off x="65066" y="4373044"/>
            <a:ext cx="878158" cy="654532"/>
            <a:chOff x="1114425" y="4361211"/>
            <a:chExt cx="573023" cy="427101"/>
          </a:xfrm>
        </p:grpSpPr>
        <p:grpSp>
          <p:nvGrpSpPr>
            <p:cNvPr id="720" name="Google Shape;720;p24"/>
            <p:cNvGrpSpPr/>
            <p:nvPr/>
          </p:nvGrpSpPr>
          <p:grpSpPr>
            <a:xfrm>
              <a:off x="1114425" y="4361211"/>
              <a:ext cx="573023" cy="427101"/>
              <a:chOff x="1114425" y="4361211"/>
              <a:chExt cx="573023" cy="427101"/>
            </a:xfrm>
          </p:grpSpPr>
          <p:sp>
            <p:nvSpPr>
              <p:cNvPr id="721" name="Google Shape;721;p24"/>
              <p:cNvSpPr/>
              <p:nvPr/>
            </p:nvSpPr>
            <p:spPr>
              <a:xfrm>
                <a:off x="1241964" y="4361211"/>
                <a:ext cx="445484" cy="299466"/>
              </a:xfrm>
              <a:custGeom>
                <a:avLst/>
                <a:gdLst/>
                <a:ahLst/>
                <a:cxnLst/>
                <a:rect l="l" t="t" r="r" b="b"/>
                <a:pathLst>
                  <a:path w="445484" h="299466" extrusionOk="0">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2" name="Google Shape;722;p24"/>
              <p:cNvSpPr/>
              <p:nvPr/>
            </p:nvSpPr>
            <p:spPr>
              <a:xfrm>
                <a:off x="1178242" y="4425029"/>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3" name="Google Shape;723;p24"/>
              <p:cNvSpPr/>
              <p:nvPr/>
            </p:nvSpPr>
            <p:spPr>
              <a:xfrm>
                <a:off x="1114425" y="4488846"/>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24" name="Google Shape;724;p24"/>
            <p:cNvSpPr/>
            <p:nvPr/>
          </p:nvSpPr>
          <p:spPr>
            <a:xfrm>
              <a:off x="1303210" y="4628965"/>
              <a:ext cx="68735" cy="82063"/>
            </a:xfrm>
            <a:custGeom>
              <a:avLst/>
              <a:gdLst/>
              <a:ahLst/>
              <a:cxnLst/>
              <a:rect l="l" t="t" r="r" b="b"/>
              <a:pathLst>
                <a:path w="68735" h="82063" extrusionOk="0">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25" name="Google Shape;725;p24"/>
          <p:cNvGrpSpPr/>
          <p:nvPr/>
        </p:nvGrpSpPr>
        <p:grpSpPr>
          <a:xfrm>
            <a:off x="8114970" y="266839"/>
            <a:ext cx="829992" cy="750888"/>
            <a:chOff x="8114596" y="445039"/>
            <a:chExt cx="633002" cy="572716"/>
          </a:xfrm>
        </p:grpSpPr>
        <p:grpSp>
          <p:nvGrpSpPr>
            <p:cNvPr id="726" name="Google Shape;726;p24"/>
            <p:cNvGrpSpPr/>
            <p:nvPr/>
          </p:nvGrpSpPr>
          <p:grpSpPr>
            <a:xfrm>
              <a:off x="8114596" y="445039"/>
              <a:ext cx="633002" cy="572716"/>
              <a:chOff x="7189660" y="520827"/>
              <a:chExt cx="598074" cy="541115"/>
            </a:xfrm>
          </p:grpSpPr>
          <p:sp>
            <p:nvSpPr>
              <p:cNvPr id="727" name="Google Shape;727;p24"/>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28" name="Google Shape;728;p24"/>
              <p:cNvGrpSpPr/>
              <p:nvPr/>
            </p:nvGrpSpPr>
            <p:grpSpPr>
              <a:xfrm>
                <a:off x="7579137" y="551973"/>
                <a:ext cx="164782" cy="41529"/>
                <a:chOff x="7579137" y="551973"/>
                <a:chExt cx="164782" cy="41529"/>
              </a:xfrm>
            </p:grpSpPr>
            <p:sp>
              <p:nvSpPr>
                <p:cNvPr id="729" name="Google Shape;729;p24"/>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0" name="Google Shape;730;p24"/>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1" name="Google Shape;731;p24"/>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732" name="Google Shape;732;p24"/>
            <p:cNvGrpSpPr/>
            <p:nvPr/>
          </p:nvGrpSpPr>
          <p:grpSpPr>
            <a:xfrm>
              <a:off x="8184962" y="619646"/>
              <a:ext cx="498115" cy="257273"/>
              <a:chOff x="7256144" y="685800"/>
              <a:chExt cx="470630" cy="243077"/>
            </a:xfrm>
          </p:grpSpPr>
          <p:sp>
            <p:nvSpPr>
              <p:cNvPr id="733" name="Google Shape;733;p24"/>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34" name="Google Shape;734;p24"/>
              <p:cNvGrpSpPr/>
              <p:nvPr/>
            </p:nvGrpSpPr>
            <p:grpSpPr>
              <a:xfrm>
                <a:off x="7512843" y="685800"/>
                <a:ext cx="213931" cy="243077"/>
                <a:chOff x="7512843" y="685800"/>
                <a:chExt cx="213931" cy="243077"/>
              </a:xfrm>
            </p:grpSpPr>
            <p:grpSp>
              <p:nvGrpSpPr>
                <p:cNvPr id="735" name="Google Shape;735;p24"/>
                <p:cNvGrpSpPr/>
                <p:nvPr/>
              </p:nvGrpSpPr>
              <p:grpSpPr>
                <a:xfrm>
                  <a:off x="7512843" y="836580"/>
                  <a:ext cx="213931" cy="92297"/>
                  <a:chOff x="7512843" y="836580"/>
                  <a:chExt cx="213931" cy="92297"/>
                </a:xfrm>
              </p:grpSpPr>
              <p:sp>
                <p:nvSpPr>
                  <p:cNvPr id="736" name="Google Shape;736;p24"/>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7" name="Google Shape;737;p24"/>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38" name="Google Shape;738;p24"/>
                <p:cNvGrpSpPr/>
                <p:nvPr/>
              </p:nvGrpSpPr>
              <p:grpSpPr>
                <a:xfrm>
                  <a:off x="7512843" y="761238"/>
                  <a:ext cx="213931" cy="92296"/>
                  <a:chOff x="7512843" y="761238"/>
                  <a:chExt cx="213931" cy="92296"/>
                </a:xfrm>
              </p:grpSpPr>
              <p:sp>
                <p:nvSpPr>
                  <p:cNvPr id="739" name="Google Shape;739;p24"/>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0" name="Google Shape;740;p24"/>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41" name="Google Shape;741;p24"/>
                <p:cNvGrpSpPr/>
                <p:nvPr/>
              </p:nvGrpSpPr>
              <p:grpSpPr>
                <a:xfrm>
                  <a:off x="7512843" y="685800"/>
                  <a:ext cx="213931" cy="92297"/>
                  <a:chOff x="7512843" y="685800"/>
                  <a:chExt cx="213931" cy="92297"/>
                </a:xfrm>
              </p:grpSpPr>
              <p:sp>
                <p:nvSpPr>
                  <p:cNvPr id="742" name="Google Shape;742;p24"/>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3" name="Google Shape;743;p24"/>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1pPr>
            <a:lvl2pPr lvl="1"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2pPr>
            <a:lvl3pPr lvl="2"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3pPr>
            <a:lvl4pPr lvl="3"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4pPr>
            <a:lvl5pPr lvl="4"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5pPr>
            <a:lvl6pPr lvl="5"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6pPr>
            <a:lvl7pPr lvl="6"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7pPr>
            <a:lvl8pPr lvl="7"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8pPr>
            <a:lvl9pPr lvl="8"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1pPr>
            <a:lvl2pPr marL="914400" lvl="1"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2pPr>
            <a:lvl3pPr marL="1371600" lvl="2"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3pPr>
            <a:lvl4pPr marL="1828800" lvl="3"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4pPr>
            <a:lvl5pPr marL="2286000" lvl="4"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5pPr>
            <a:lvl6pPr marL="2743200" lvl="5"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6pPr>
            <a:lvl7pPr marL="3200400" lvl="6"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7pPr>
            <a:lvl8pPr marL="3657600" lvl="7"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8pPr>
            <a:lvl9pPr marL="4114800" lvl="8"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3" r:id="rId3"/>
    <p:sldLayoutId id="2147483654" r:id="rId4"/>
    <p:sldLayoutId id="2147483655" r:id="rId5"/>
    <p:sldLayoutId id="2147483656" r:id="rId6"/>
    <p:sldLayoutId id="2147483658" r:id="rId7"/>
    <p:sldLayoutId id="2147483664" r:id="rId8"/>
    <p:sldLayoutId id="2147483666" r:id="rId9"/>
    <p:sldLayoutId id="2147483667" r:id="rId10"/>
    <p:sldLayoutId id="2147483669" r:id="rId11"/>
    <p:sldLayoutId id="214748367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28"/>
          <p:cNvSpPr/>
          <p:nvPr/>
        </p:nvSpPr>
        <p:spPr>
          <a:xfrm rot="1053742">
            <a:off x="4909608" y="421118"/>
            <a:ext cx="4314987" cy="4418593"/>
          </a:xfrm>
          <a:custGeom>
            <a:avLst/>
            <a:gdLst/>
            <a:ahLst/>
            <a:cxnLst/>
            <a:rect l="l" t="t" r="r" b="b"/>
            <a:pathLst>
              <a:path w="45721" h="44028" extrusionOk="0">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8"/>
          <p:cNvSpPr txBox="1">
            <a:spLocks noGrp="1"/>
          </p:cNvSpPr>
          <p:nvPr>
            <p:ph type="ctrTitle"/>
          </p:nvPr>
        </p:nvSpPr>
        <p:spPr>
          <a:xfrm>
            <a:off x="713225" y="1144500"/>
            <a:ext cx="4112100" cy="1132685"/>
          </a:xfrm>
          <a:prstGeom prst="rect">
            <a:avLst/>
          </a:prstGeom>
        </p:spPr>
        <p:txBody>
          <a:bodyPr spcFirstLastPara="1" wrap="square" lIns="91425" tIns="91425" rIns="91425" bIns="91425" anchor="b" anchorCtr="0">
            <a:noAutofit/>
          </a:bodyPr>
          <a:lstStyle/>
          <a:p>
            <a:r>
              <a:rPr lang="en-US" altLang="zh-CN" dirty="0"/>
              <a:t>Learn Pilot</a:t>
            </a:r>
            <a:endParaRPr lang="en-US" altLang="zh-CN" b="0" dirty="0"/>
          </a:p>
        </p:txBody>
      </p:sp>
      <p:sp>
        <p:nvSpPr>
          <p:cNvPr id="756" name="Google Shape;756;p28"/>
          <p:cNvSpPr txBox="1">
            <a:spLocks noGrp="1"/>
          </p:cNvSpPr>
          <p:nvPr>
            <p:ph type="subTitle" idx="1"/>
          </p:nvPr>
        </p:nvSpPr>
        <p:spPr>
          <a:xfrm>
            <a:off x="713225" y="2116202"/>
            <a:ext cx="4141206" cy="642140"/>
          </a:xfrm>
          <a:prstGeom prst="rect">
            <a:avLst/>
          </a:prstGeom>
        </p:spPr>
        <p:txBody>
          <a:bodyPr spcFirstLastPara="1" wrap="square" lIns="91425" tIns="91425" rIns="91425" bIns="91425" anchor="t" anchorCtr="0">
            <a:noAutofit/>
          </a:bodyPr>
          <a:lstStyle/>
          <a:p>
            <a:pPr marL="0" lvl="0" indent="0"/>
            <a:r>
              <a:rPr lang="en-US" altLang="zh-CN" dirty="0"/>
              <a:t>A Conversation-Centric Personal Assistant-as-a-Service for Academic Workflows</a:t>
            </a:r>
            <a:endParaRPr dirty="0"/>
          </a:p>
        </p:txBody>
      </p:sp>
      <p:grpSp>
        <p:nvGrpSpPr>
          <p:cNvPr id="757" name="Google Shape;757;p28"/>
          <p:cNvGrpSpPr/>
          <p:nvPr/>
        </p:nvGrpSpPr>
        <p:grpSpPr>
          <a:xfrm>
            <a:off x="5165167" y="656304"/>
            <a:ext cx="3841017" cy="3831227"/>
            <a:chOff x="5165167" y="656304"/>
            <a:chExt cx="3841017" cy="3831227"/>
          </a:xfrm>
        </p:grpSpPr>
        <p:grpSp>
          <p:nvGrpSpPr>
            <p:cNvPr id="758" name="Google Shape;758;p28"/>
            <p:cNvGrpSpPr/>
            <p:nvPr/>
          </p:nvGrpSpPr>
          <p:grpSpPr>
            <a:xfrm>
              <a:off x="5631673" y="1763897"/>
              <a:ext cx="2961645" cy="1992933"/>
              <a:chOff x="5311140" y="3874579"/>
              <a:chExt cx="2693384" cy="1812416"/>
            </a:xfrm>
          </p:grpSpPr>
          <p:grpSp>
            <p:nvGrpSpPr>
              <p:cNvPr id="759" name="Google Shape;759;p28"/>
              <p:cNvGrpSpPr/>
              <p:nvPr/>
            </p:nvGrpSpPr>
            <p:grpSpPr>
              <a:xfrm>
                <a:off x="6183439" y="5359431"/>
                <a:ext cx="948880" cy="327564"/>
                <a:chOff x="6183439" y="5359431"/>
                <a:chExt cx="948880" cy="327564"/>
              </a:xfrm>
            </p:grpSpPr>
            <p:sp>
              <p:nvSpPr>
                <p:cNvPr id="760" name="Google Shape;760;p28"/>
                <p:cNvSpPr/>
                <p:nvPr/>
              </p:nvSpPr>
              <p:spPr>
                <a:xfrm>
                  <a:off x="6459569" y="5359431"/>
                  <a:ext cx="396621" cy="291274"/>
                </a:xfrm>
                <a:custGeom>
                  <a:avLst/>
                  <a:gdLst/>
                  <a:ahLst/>
                  <a:cxnLst/>
                  <a:rect l="l" t="t" r="r" b="b"/>
                  <a:pathLst>
                    <a:path w="396621" h="291274" extrusionOk="0">
                      <a:moveTo>
                        <a:pt x="396621" y="0"/>
                      </a:moveTo>
                      <a:lnTo>
                        <a:pt x="396621" y="291274"/>
                      </a:lnTo>
                      <a:lnTo>
                        <a:pt x="0" y="291274"/>
                      </a:lnTo>
                      <a:lnTo>
                        <a:pt x="0" y="0"/>
                      </a:lnTo>
                      <a:lnTo>
                        <a:pt x="140304" y="0"/>
                      </a:lnTo>
                      <a:lnTo>
                        <a:pt x="140304" y="140017"/>
                      </a:lnTo>
                      <a:cubicBezTo>
                        <a:pt x="140304" y="171926"/>
                        <a:pt x="166402" y="198120"/>
                        <a:pt x="198311" y="198120"/>
                      </a:cubicBezTo>
                      <a:cubicBezTo>
                        <a:pt x="230220" y="198120"/>
                        <a:pt x="256413" y="171926"/>
                        <a:pt x="256413" y="140017"/>
                      </a:cubicBezTo>
                      <a:lnTo>
                        <a:pt x="256413" y="0"/>
                      </a:lnTo>
                      <a:lnTo>
                        <a:pt x="396621"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1" name="Google Shape;761;p28"/>
                <p:cNvSpPr/>
                <p:nvPr/>
              </p:nvSpPr>
              <p:spPr>
                <a:xfrm>
                  <a:off x="6459569" y="5359431"/>
                  <a:ext cx="140303" cy="59054"/>
                </a:xfrm>
                <a:custGeom>
                  <a:avLst/>
                  <a:gdLst/>
                  <a:ahLst/>
                  <a:cxnLst/>
                  <a:rect l="l" t="t" r="r" b="b"/>
                  <a:pathLst>
                    <a:path w="140303" h="59054" extrusionOk="0">
                      <a:moveTo>
                        <a:pt x="0" y="0"/>
                      </a:moveTo>
                      <a:lnTo>
                        <a:pt x="140304" y="0"/>
                      </a:lnTo>
                      <a:lnTo>
                        <a:pt x="140304" y="59055"/>
                      </a:lnTo>
                      <a:lnTo>
                        <a:pt x="0" y="42862"/>
                      </a:ln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2" name="Google Shape;762;p28"/>
                <p:cNvSpPr/>
                <p:nvPr/>
              </p:nvSpPr>
              <p:spPr>
                <a:xfrm>
                  <a:off x="6715982" y="5359431"/>
                  <a:ext cx="140207" cy="88391"/>
                </a:xfrm>
                <a:custGeom>
                  <a:avLst/>
                  <a:gdLst/>
                  <a:ahLst/>
                  <a:cxnLst/>
                  <a:rect l="l" t="t" r="r" b="b"/>
                  <a:pathLst>
                    <a:path w="140207" h="88391" extrusionOk="0">
                      <a:moveTo>
                        <a:pt x="140208" y="0"/>
                      </a:moveTo>
                      <a:lnTo>
                        <a:pt x="140208" y="88392"/>
                      </a:lnTo>
                      <a:lnTo>
                        <a:pt x="0" y="72295"/>
                      </a:lnTo>
                      <a:lnTo>
                        <a:pt x="0" y="0"/>
                      </a:lnTo>
                      <a:lnTo>
                        <a:pt x="14020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3" name="Google Shape;763;p28"/>
                <p:cNvSpPr/>
                <p:nvPr/>
              </p:nvSpPr>
              <p:spPr>
                <a:xfrm>
                  <a:off x="6183439" y="5647467"/>
                  <a:ext cx="948880" cy="39528"/>
                </a:xfrm>
                <a:custGeom>
                  <a:avLst/>
                  <a:gdLst/>
                  <a:ahLst/>
                  <a:cxnLst/>
                  <a:rect l="l" t="t" r="r" b="b"/>
                  <a:pathLst>
                    <a:path w="948880" h="39528" extrusionOk="0">
                      <a:moveTo>
                        <a:pt x="0" y="0"/>
                      </a:moveTo>
                      <a:lnTo>
                        <a:pt x="948880" y="0"/>
                      </a:lnTo>
                      <a:lnTo>
                        <a:pt x="948880" y="39529"/>
                      </a:lnTo>
                      <a:lnTo>
                        <a:pt x="0" y="3952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64" name="Google Shape;764;p28"/>
              <p:cNvSpPr/>
              <p:nvPr/>
            </p:nvSpPr>
            <p:spPr>
              <a:xfrm>
                <a:off x="5311140" y="3874579"/>
                <a:ext cx="2693384" cy="1517428"/>
              </a:xfrm>
              <a:custGeom>
                <a:avLst/>
                <a:gdLst/>
                <a:ahLst/>
                <a:cxnLst/>
                <a:rect l="l" t="t" r="r" b="b"/>
                <a:pathLst>
                  <a:path w="2693384" h="1517428" extrusionOk="0">
                    <a:moveTo>
                      <a:pt x="2693384" y="107442"/>
                    </a:moveTo>
                    <a:lnTo>
                      <a:pt x="2693384" y="1409890"/>
                    </a:lnTo>
                    <a:cubicBezTo>
                      <a:pt x="2693384" y="1469231"/>
                      <a:pt x="2645283" y="1517428"/>
                      <a:pt x="2585847" y="1517428"/>
                    </a:cubicBezTo>
                    <a:lnTo>
                      <a:pt x="107537" y="1517428"/>
                    </a:lnTo>
                    <a:cubicBezTo>
                      <a:pt x="48101" y="1517428"/>
                      <a:pt x="0" y="1469231"/>
                      <a:pt x="0" y="1409890"/>
                    </a:cubicBezTo>
                    <a:lnTo>
                      <a:pt x="0" y="107442"/>
                    </a:lnTo>
                    <a:cubicBezTo>
                      <a:pt x="0" y="48101"/>
                      <a:pt x="48101" y="0"/>
                      <a:pt x="107537" y="0"/>
                    </a:cubicBezTo>
                    <a:lnTo>
                      <a:pt x="2585847" y="0"/>
                    </a:lnTo>
                    <a:cubicBezTo>
                      <a:pt x="2645283" y="0"/>
                      <a:pt x="2693384" y="48101"/>
                      <a:pt x="2693384" y="10744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5" name="Google Shape;765;p28"/>
              <p:cNvSpPr/>
              <p:nvPr/>
            </p:nvSpPr>
            <p:spPr>
              <a:xfrm>
                <a:off x="5311140" y="4009739"/>
                <a:ext cx="2693384" cy="1223295"/>
              </a:xfrm>
              <a:custGeom>
                <a:avLst/>
                <a:gdLst/>
                <a:ahLst/>
                <a:cxnLst/>
                <a:rect l="l" t="t" r="r" b="b"/>
                <a:pathLst>
                  <a:path w="2693384" h="1223295" extrusionOk="0">
                    <a:moveTo>
                      <a:pt x="0" y="0"/>
                    </a:moveTo>
                    <a:lnTo>
                      <a:pt x="2693384" y="0"/>
                    </a:lnTo>
                    <a:lnTo>
                      <a:pt x="2693384" y="1223296"/>
                    </a:lnTo>
                    <a:lnTo>
                      <a:pt x="0" y="1223296"/>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6" name="Google Shape;766;p28"/>
              <p:cNvSpPr/>
              <p:nvPr/>
            </p:nvSpPr>
            <p:spPr>
              <a:xfrm>
                <a:off x="6619875" y="5273611"/>
                <a:ext cx="76009" cy="76009"/>
              </a:xfrm>
              <a:custGeom>
                <a:avLst/>
                <a:gdLst/>
                <a:ahLst/>
                <a:cxnLst/>
                <a:rect l="l" t="t" r="r" b="b"/>
                <a:pathLst>
                  <a:path w="76009" h="76009" extrusionOk="0">
                    <a:moveTo>
                      <a:pt x="76009" y="38005"/>
                    </a:moveTo>
                    <a:cubicBezTo>
                      <a:pt x="76009" y="58960"/>
                      <a:pt x="59055" y="76010"/>
                      <a:pt x="38005" y="76010"/>
                    </a:cubicBezTo>
                    <a:cubicBezTo>
                      <a:pt x="16955" y="76010"/>
                      <a:pt x="0" y="59055"/>
                      <a:pt x="0" y="38005"/>
                    </a:cubicBezTo>
                    <a:cubicBezTo>
                      <a:pt x="0" y="16954"/>
                      <a:pt x="16955" y="0"/>
                      <a:pt x="38005" y="0"/>
                    </a:cubicBezTo>
                    <a:cubicBezTo>
                      <a:pt x="59055" y="0"/>
                      <a:pt x="76009" y="16954"/>
                      <a:pt x="76009" y="3800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67" name="Google Shape;767;p28"/>
            <p:cNvGrpSpPr/>
            <p:nvPr/>
          </p:nvGrpSpPr>
          <p:grpSpPr>
            <a:xfrm>
              <a:off x="6285440" y="656304"/>
              <a:ext cx="1654423" cy="835905"/>
              <a:chOff x="5905690" y="2867310"/>
              <a:chExt cx="1504568" cy="760190"/>
            </a:xfrm>
          </p:grpSpPr>
          <p:sp>
            <p:nvSpPr>
              <p:cNvPr id="768" name="Google Shape;768;p28"/>
              <p:cNvSpPr/>
              <p:nvPr/>
            </p:nvSpPr>
            <p:spPr>
              <a:xfrm>
                <a:off x="5905690" y="2867310"/>
                <a:ext cx="1504568" cy="760190"/>
              </a:xfrm>
              <a:custGeom>
                <a:avLst/>
                <a:gdLst/>
                <a:ahLst/>
                <a:cxnLst/>
                <a:rect l="l" t="t" r="r" b="b"/>
                <a:pathLst>
                  <a:path w="1504568" h="760190" extrusionOk="0">
                    <a:moveTo>
                      <a:pt x="1504379" y="647414"/>
                    </a:moveTo>
                    <a:cubicBezTo>
                      <a:pt x="1504379" y="709708"/>
                      <a:pt x="1453896" y="760190"/>
                      <a:pt x="1391602" y="760190"/>
                    </a:cubicBezTo>
                    <a:lnTo>
                      <a:pt x="194881" y="760190"/>
                    </a:lnTo>
                    <a:cubicBezTo>
                      <a:pt x="87249" y="760190"/>
                      <a:pt x="0" y="672941"/>
                      <a:pt x="0" y="565309"/>
                    </a:cubicBezTo>
                    <a:cubicBezTo>
                      <a:pt x="0" y="457676"/>
                      <a:pt x="87249" y="370522"/>
                      <a:pt x="194881" y="370522"/>
                    </a:cubicBezTo>
                    <a:cubicBezTo>
                      <a:pt x="220027" y="370522"/>
                      <a:pt x="244126" y="375285"/>
                      <a:pt x="266223" y="383953"/>
                    </a:cubicBezTo>
                    <a:cubicBezTo>
                      <a:pt x="266223" y="382714"/>
                      <a:pt x="266223" y="381381"/>
                      <a:pt x="266223" y="380047"/>
                    </a:cubicBezTo>
                    <a:cubicBezTo>
                      <a:pt x="266223" y="240030"/>
                      <a:pt x="341947" y="117729"/>
                      <a:pt x="454628" y="51816"/>
                    </a:cubicBezTo>
                    <a:cubicBezTo>
                      <a:pt x="510921" y="18859"/>
                      <a:pt x="576453" y="0"/>
                      <a:pt x="646366" y="0"/>
                    </a:cubicBezTo>
                    <a:cubicBezTo>
                      <a:pt x="832009" y="0"/>
                      <a:pt x="986504" y="133064"/>
                      <a:pt x="1019747" y="309086"/>
                    </a:cubicBezTo>
                    <a:cubicBezTo>
                      <a:pt x="1054989" y="288893"/>
                      <a:pt x="1095851" y="277368"/>
                      <a:pt x="1139476" y="277368"/>
                    </a:cubicBezTo>
                    <a:cubicBezTo>
                      <a:pt x="1272731" y="277368"/>
                      <a:pt x="1380839" y="385477"/>
                      <a:pt x="1380839" y="518731"/>
                    </a:cubicBezTo>
                    <a:cubicBezTo>
                      <a:pt x="1380839" y="524256"/>
                      <a:pt x="1380648" y="529685"/>
                      <a:pt x="1380268" y="535114"/>
                    </a:cubicBezTo>
                    <a:cubicBezTo>
                      <a:pt x="1384078" y="534734"/>
                      <a:pt x="1387887" y="534543"/>
                      <a:pt x="1391793" y="534543"/>
                    </a:cubicBezTo>
                    <a:cubicBezTo>
                      <a:pt x="1454086" y="534543"/>
                      <a:pt x="1504569" y="585026"/>
                      <a:pt x="1504569" y="647319"/>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9" name="Google Shape;769;p28"/>
              <p:cNvSpPr/>
              <p:nvPr/>
            </p:nvSpPr>
            <p:spPr>
              <a:xfrm>
                <a:off x="5905690" y="2918364"/>
                <a:ext cx="922591" cy="709136"/>
              </a:xfrm>
              <a:custGeom>
                <a:avLst/>
                <a:gdLst/>
                <a:ahLst/>
                <a:cxnLst/>
                <a:rect l="l" t="t" r="r" b="b"/>
                <a:pathLst>
                  <a:path w="922591" h="709136" extrusionOk="0">
                    <a:moveTo>
                      <a:pt x="922305" y="709136"/>
                    </a:moveTo>
                    <a:lnTo>
                      <a:pt x="194881" y="709136"/>
                    </a:lnTo>
                    <a:cubicBezTo>
                      <a:pt x="87249" y="709136"/>
                      <a:pt x="0" y="621887"/>
                      <a:pt x="0" y="514255"/>
                    </a:cubicBezTo>
                    <a:cubicBezTo>
                      <a:pt x="0" y="406622"/>
                      <a:pt x="87249" y="319468"/>
                      <a:pt x="194881" y="319468"/>
                    </a:cubicBezTo>
                    <a:cubicBezTo>
                      <a:pt x="220027" y="319468"/>
                      <a:pt x="244126" y="324231"/>
                      <a:pt x="266223" y="332899"/>
                    </a:cubicBezTo>
                    <a:cubicBezTo>
                      <a:pt x="266223" y="331660"/>
                      <a:pt x="266223" y="330327"/>
                      <a:pt x="266223" y="328993"/>
                    </a:cubicBezTo>
                    <a:cubicBezTo>
                      <a:pt x="266223" y="188976"/>
                      <a:pt x="341947" y="66675"/>
                      <a:pt x="454628" y="762"/>
                    </a:cubicBezTo>
                    <a:cubicBezTo>
                      <a:pt x="515683" y="-2286"/>
                      <a:pt x="577024" y="3429"/>
                      <a:pt x="633984" y="24860"/>
                    </a:cubicBezTo>
                    <a:cubicBezTo>
                      <a:pt x="707803" y="52768"/>
                      <a:pt x="773239" y="110109"/>
                      <a:pt x="797052" y="185261"/>
                    </a:cubicBezTo>
                    <a:cubicBezTo>
                      <a:pt x="820864" y="260509"/>
                      <a:pt x="795433" y="352425"/>
                      <a:pt x="728472" y="394144"/>
                    </a:cubicBezTo>
                    <a:cubicBezTo>
                      <a:pt x="769334" y="388430"/>
                      <a:pt x="808863" y="395002"/>
                      <a:pt x="844010" y="416433"/>
                    </a:cubicBezTo>
                    <a:cubicBezTo>
                      <a:pt x="879157" y="437864"/>
                      <a:pt x="902970" y="481298"/>
                      <a:pt x="892302" y="521113"/>
                    </a:cubicBezTo>
                    <a:cubicBezTo>
                      <a:pt x="885730" y="545782"/>
                      <a:pt x="867156" y="565975"/>
                      <a:pt x="845629" y="579787"/>
                    </a:cubicBezTo>
                    <a:cubicBezTo>
                      <a:pt x="824769" y="593217"/>
                      <a:pt x="801148" y="601408"/>
                      <a:pt x="777621" y="609314"/>
                    </a:cubicBezTo>
                    <a:cubicBezTo>
                      <a:pt x="788479" y="605790"/>
                      <a:pt x="793623" y="605790"/>
                      <a:pt x="805910" y="605314"/>
                    </a:cubicBezTo>
                    <a:cubicBezTo>
                      <a:pt x="819055" y="604742"/>
                      <a:pt x="832961" y="608457"/>
                      <a:pt x="842010" y="618077"/>
                    </a:cubicBezTo>
                    <a:cubicBezTo>
                      <a:pt x="851059" y="627698"/>
                      <a:pt x="853440" y="643890"/>
                      <a:pt x="845153" y="654082"/>
                    </a:cubicBezTo>
                    <a:cubicBezTo>
                      <a:pt x="859727" y="639699"/>
                      <a:pt x="881919" y="651510"/>
                      <a:pt x="897541" y="664845"/>
                    </a:cubicBezTo>
                    <a:cubicBezTo>
                      <a:pt x="910971" y="676180"/>
                      <a:pt x="919067" y="691991"/>
                      <a:pt x="922591" y="709136"/>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70" name="Google Shape;770;p28"/>
            <p:cNvGrpSpPr/>
            <p:nvPr/>
          </p:nvGrpSpPr>
          <p:grpSpPr>
            <a:xfrm>
              <a:off x="8276803" y="1327941"/>
              <a:ext cx="387944" cy="273258"/>
              <a:chOff x="7716678" y="3270218"/>
              <a:chExt cx="352805" cy="248507"/>
            </a:xfrm>
          </p:grpSpPr>
          <p:sp>
            <p:nvSpPr>
              <p:cNvPr id="771" name="Google Shape;771;p28"/>
              <p:cNvSpPr/>
              <p:nvPr/>
            </p:nvSpPr>
            <p:spPr>
              <a:xfrm>
                <a:off x="7716678" y="3270218"/>
                <a:ext cx="352805" cy="248507"/>
              </a:xfrm>
              <a:custGeom>
                <a:avLst/>
                <a:gdLst/>
                <a:ahLst/>
                <a:cxnLst/>
                <a:rect l="l" t="t" r="r" b="b"/>
                <a:pathLst>
                  <a:path w="352805" h="248507" extrusionOk="0">
                    <a:moveTo>
                      <a:pt x="261938" y="0"/>
                    </a:moveTo>
                    <a:lnTo>
                      <a:pt x="90868" y="0"/>
                    </a:lnTo>
                    <a:cubicBezTo>
                      <a:pt x="40862" y="0"/>
                      <a:pt x="0" y="40862"/>
                      <a:pt x="0" y="90869"/>
                    </a:cubicBezTo>
                    <a:cubicBezTo>
                      <a:pt x="0" y="140875"/>
                      <a:pt x="38100" y="178879"/>
                      <a:pt x="85725" y="181642"/>
                    </a:cubicBezTo>
                    <a:lnTo>
                      <a:pt x="29527" y="248508"/>
                    </a:lnTo>
                    <a:lnTo>
                      <a:pt x="135445" y="181833"/>
                    </a:lnTo>
                    <a:lnTo>
                      <a:pt x="261938" y="181833"/>
                    </a:lnTo>
                    <a:cubicBezTo>
                      <a:pt x="311944" y="181833"/>
                      <a:pt x="352806" y="140970"/>
                      <a:pt x="352806" y="90964"/>
                    </a:cubicBezTo>
                    <a:cubicBezTo>
                      <a:pt x="352806" y="40958"/>
                      <a:pt x="311944" y="95"/>
                      <a:pt x="261938" y="9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2" name="Google Shape;772;p28"/>
              <p:cNvSpPr/>
              <p:nvPr/>
            </p:nvSpPr>
            <p:spPr>
              <a:xfrm>
                <a:off x="7783353" y="3331749"/>
                <a:ext cx="219455" cy="59054"/>
              </a:xfrm>
              <a:custGeom>
                <a:avLst/>
                <a:gdLst/>
                <a:ahLst/>
                <a:cxnLst/>
                <a:rect l="l" t="t" r="r" b="b"/>
                <a:pathLst>
                  <a:path w="219455" h="59054" extrusionOk="0">
                    <a:moveTo>
                      <a:pt x="29527" y="0"/>
                    </a:moveTo>
                    <a:cubicBezTo>
                      <a:pt x="13239" y="0"/>
                      <a:pt x="0" y="13240"/>
                      <a:pt x="0" y="29528"/>
                    </a:cubicBezTo>
                    <a:cubicBezTo>
                      <a:pt x="0" y="45815"/>
                      <a:pt x="13239" y="59055"/>
                      <a:pt x="29527" y="59055"/>
                    </a:cubicBezTo>
                    <a:cubicBezTo>
                      <a:pt x="45815" y="59055"/>
                      <a:pt x="59055" y="45815"/>
                      <a:pt x="59055" y="29528"/>
                    </a:cubicBezTo>
                    <a:cubicBezTo>
                      <a:pt x="59055" y="13240"/>
                      <a:pt x="45815" y="0"/>
                      <a:pt x="29527" y="0"/>
                    </a:cubicBezTo>
                    <a:close/>
                    <a:moveTo>
                      <a:pt x="109728" y="0"/>
                    </a:moveTo>
                    <a:cubicBezTo>
                      <a:pt x="93440" y="0"/>
                      <a:pt x="80200" y="13240"/>
                      <a:pt x="80200" y="29528"/>
                    </a:cubicBezTo>
                    <a:cubicBezTo>
                      <a:pt x="80200" y="45815"/>
                      <a:pt x="93440" y="59055"/>
                      <a:pt x="109728" y="59055"/>
                    </a:cubicBezTo>
                    <a:cubicBezTo>
                      <a:pt x="126016" y="59055"/>
                      <a:pt x="139255" y="45815"/>
                      <a:pt x="139255" y="29528"/>
                    </a:cubicBezTo>
                    <a:cubicBezTo>
                      <a:pt x="139255" y="13240"/>
                      <a:pt x="126016" y="0"/>
                      <a:pt x="109728" y="0"/>
                    </a:cubicBezTo>
                    <a:close/>
                    <a:moveTo>
                      <a:pt x="189929" y="0"/>
                    </a:moveTo>
                    <a:cubicBezTo>
                      <a:pt x="173641" y="0"/>
                      <a:pt x="160401" y="13240"/>
                      <a:pt x="160401" y="29528"/>
                    </a:cubicBezTo>
                    <a:cubicBezTo>
                      <a:pt x="160401" y="45815"/>
                      <a:pt x="173641" y="59055"/>
                      <a:pt x="189929" y="59055"/>
                    </a:cubicBezTo>
                    <a:cubicBezTo>
                      <a:pt x="206216" y="59055"/>
                      <a:pt x="219456" y="45815"/>
                      <a:pt x="219456" y="29528"/>
                    </a:cubicBezTo>
                    <a:cubicBezTo>
                      <a:pt x="219456" y="13240"/>
                      <a:pt x="206216" y="0"/>
                      <a:pt x="189929"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73" name="Google Shape;773;p28"/>
            <p:cNvSpPr/>
            <p:nvPr/>
          </p:nvSpPr>
          <p:spPr>
            <a:xfrm>
              <a:off x="7148815" y="1542896"/>
              <a:ext cx="10501" cy="432759"/>
            </a:xfrm>
            <a:custGeom>
              <a:avLst/>
              <a:gdLst/>
              <a:ahLst/>
              <a:cxnLst/>
              <a:rect l="l" t="t" r="r" b="b"/>
              <a:pathLst>
                <a:path w="9525" h="392525" extrusionOk="0">
                  <a:moveTo>
                    <a:pt x="0" y="0"/>
                  </a:moveTo>
                  <a:lnTo>
                    <a:pt x="0" y="392525"/>
                  </a:lnTo>
                </a:path>
              </a:pathLst>
            </a:custGeom>
            <a:noFill/>
            <a:ln w="29900" cap="rnd"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74" name="Google Shape;774;p28"/>
            <p:cNvGrpSpPr/>
            <p:nvPr/>
          </p:nvGrpSpPr>
          <p:grpSpPr>
            <a:xfrm>
              <a:off x="5483130" y="2415465"/>
              <a:ext cx="27232" cy="532378"/>
              <a:chOff x="3534917" y="4467129"/>
              <a:chExt cx="24765" cy="484156"/>
            </a:xfrm>
          </p:grpSpPr>
          <p:sp>
            <p:nvSpPr>
              <p:cNvPr id="775" name="Google Shape;775;p28"/>
              <p:cNvSpPr/>
              <p:nvPr/>
            </p:nvSpPr>
            <p:spPr>
              <a:xfrm>
                <a:off x="3547300" y="4478845"/>
                <a:ext cx="9525" cy="460724"/>
              </a:xfrm>
              <a:custGeom>
                <a:avLst/>
                <a:gdLst/>
                <a:ahLst/>
                <a:cxnLst/>
                <a:rect l="l" t="t" r="r" b="b"/>
                <a:pathLst>
                  <a:path w="9525" h="460724" extrusionOk="0">
                    <a:moveTo>
                      <a:pt x="0" y="460724"/>
                    </a:moveTo>
                    <a:lnTo>
                      <a:pt x="0" y="0"/>
                    </a:lnTo>
                  </a:path>
                </a:pathLst>
              </a:custGeom>
              <a:no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6" name="Google Shape;776;p28"/>
              <p:cNvSpPr/>
              <p:nvPr/>
            </p:nvSpPr>
            <p:spPr>
              <a:xfrm>
                <a:off x="3534917" y="4926520"/>
                <a:ext cx="24765" cy="24765"/>
              </a:xfrm>
              <a:custGeom>
                <a:avLst/>
                <a:gdLst/>
                <a:ahLst/>
                <a:cxnLst/>
                <a:rect l="l" t="t" r="r" b="b"/>
                <a:pathLst>
                  <a:path w="24765" h="24765" extrusionOk="0">
                    <a:moveTo>
                      <a:pt x="24765" y="12382"/>
                    </a:moveTo>
                    <a:cubicBezTo>
                      <a:pt x="24765" y="19240"/>
                      <a:pt x="19241" y="24765"/>
                      <a:pt x="12383" y="24765"/>
                    </a:cubicBezTo>
                    <a:cubicBezTo>
                      <a:pt x="5525" y="24765"/>
                      <a:pt x="0" y="19240"/>
                      <a:pt x="0" y="12382"/>
                    </a:cubicBezTo>
                    <a:cubicBezTo>
                      <a:pt x="0" y="5524"/>
                      <a:pt x="5525" y="0"/>
                      <a:pt x="12383" y="0"/>
                    </a:cubicBezTo>
                    <a:cubicBezTo>
                      <a:pt x="19241" y="0"/>
                      <a:pt x="24765" y="5524"/>
                      <a:pt x="24765" y="12382"/>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7" name="Google Shape;777;p28"/>
              <p:cNvSpPr/>
              <p:nvPr/>
            </p:nvSpPr>
            <p:spPr>
              <a:xfrm>
                <a:off x="3534917" y="4467129"/>
                <a:ext cx="24765" cy="24765"/>
              </a:xfrm>
              <a:custGeom>
                <a:avLst/>
                <a:gdLst/>
                <a:ahLst/>
                <a:cxnLst/>
                <a:rect l="l" t="t" r="r" b="b"/>
                <a:pathLst>
                  <a:path w="24765" h="24765" extrusionOk="0">
                    <a:moveTo>
                      <a:pt x="24765" y="12383"/>
                    </a:moveTo>
                    <a:cubicBezTo>
                      <a:pt x="24765" y="5525"/>
                      <a:pt x="19241" y="0"/>
                      <a:pt x="12383" y="0"/>
                    </a:cubicBezTo>
                    <a:cubicBezTo>
                      <a:pt x="5525" y="0"/>
                      <a:pt x="0" y="5525"/>
                      <a:pt x="0" y="12383"/>
                    </a:cubicBezTo>
                    <a:cubicBezTo>
                      <a:pt x="0" y="19241"/>
                      <a:pt x="5525" y="24765"/>
                      <a:pt x="12383" y="24765"/>
                    </a:cubicBezTo>
                    <a:cubicBezTo>
                      <a:pt x="19241" y="24765"/>
                      <a:pt x="24765" y="19241"/>
                      <a:pt x="24765" y="12383"/>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78" name="Google Shape;778;p28"/>
            <p:cNvGrpSpPr/>
            <p:nvPr/>
          </p:nvGrpSpPr>
          <p:grpSpPr>
            <a:xfrm>
              <a:off x="5643247" y="2277185"/>
              <a:ext cx="749418" cy="303868"/>
              <a:chOff x="3680531" y="4341375"/>
              <a:chExt cx="681537" cy="276344"/>
            </a:xfrm>
          </p:grpSpPr>
          <p:sp>
            <p:nvSpPr>
              <p:cNvPr id="779" name="Google Shape;779;p28"/>
              <p:cNvSpPr/>
              <p:nvPr/>
            </p:nvSpPr>
            <p:spPr>
              <a:xfrm>
                <a:off x="3692461" y="4353401"/>
                <a:ext cx="657796" cy="251936"/>
              </a:xfrm>
              <a:custGeom>
                <a:avLst/>
                <a:gdLst/>
                <a:ahLst/>
                <a:cxnLst/>
                <a:rect l="l" t="t" r="r" b="b"/>
                <a:pathLst>
                  <a:path w="657796" h="251936" extrusionOk="0">
                    <a:moveTo>
                      <a:pt x="0" y="0"/>
                    </a:moveTo>
                    <a:lnTo>
                      <a:pt x="217075" y="217075"/>
                    </a:lnTo>
                    <a:cubicBezTo>
                      <a:pt x="239363" y="239363"/>
                      <a:pt x="269653" y="251936"/>
                      <a:pt x="301180" y="251936"/>
                    </a:cubicBezTo>
                    <a:lnTo>
                      <a:pt x="657797" y="251936"/>
                    </a:lnTo>
                  </a:path>
                </a:pathLst>
              </a:custGeom>
              <a:no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0" name="Google Shape;780;p28"/>
              <p:cNvSpPr/>
              <p:nvPr/>
            </p:nvSpPr>
            <p:spPr>
              <a:xfrm>
                <a:off x="3680531" y="4341375"/>
                <a:ext cx="24812" cy="24812"/>
              </a:xfrm>
              <a:custGeom>
                <a:avLst/>
                <a:gdLst/>
                <a:ahLst/>
                <a:cxnLst/>
                <a:rect l="l" t="t" r="r" b="b"/>
                <a:pathLst>
                  <a:path w="24812" h="24812" extrusionOk="0">
                    <a:moveTo>
                      <a:pt x="3643" y="21169"/>
                    </a:moveTo>
                    <a:cubicBezTo>
                      <a:pt x="-1214" y="16312"/>
                      <a:pt x="-1214" y="8501"/>
                      <a:pt x="3643" y="3643"/>
                    </a:cubicBezTo>
                    <a:cubicBezTo>
                      <a:pt x="8501" y="-1214"/>
                      <a:pt x="16312" y="-1214"/>
                      <a:pt x="21169" y="3643"/>
                    </a:cubicBezTo>
                    <a:cubicBezTo>
                      <a:pt x="26027" y="8501"/>
                      <a:pt x="26027" y="16312"/>
                      <a:pt x="21169" y="21169"/>
                    </a:cubicBezTo>
                    <a:cubicBezTo>
                      <a:pt x="16312" y="26027"/>
                      <a:pt x="8501" y="26027"/>
                      <a:pt x="3643" y="21169"/>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1" name="Google Shape;781;p28"/>
              <p:cNvSpPr/>
              <p:nvPr/>
            </p:nvSpPr>
            <p:spPr>
              <a:xfrm>
                <a:off x="4337303" y="4592955"/>
                <a:ext cx="24765" cy="24764"/>
              </a:xfrm>
              <a:custGeom>
                <a:avLst/>
                <a:gdLst/>
                <a:ahLst/>
                <a:cxnLst/>
                <a:rect l="l" t="t" r="r" b="b"/>
                <a:pathLst>
                  <a:path w="24765" h="24764" extrusionOk="0">
                    <a:moveTo>
                      <a:pt x="12383" y="24765"/>
                    </a:moveTo>
                    <a:cubicBezTo>
                      <a:pt x="19241" y="24765"/>
                      <a:pt x="24765" y="19240"/>
                      <a:pt x="24765" y="12382"/>
                    </a:cubicBezTo>
                    <a:cubicBezTo>
                      <a:pt x="24765" y="5524"/>
                      <a:pt x="19241" y="0"/>
                      <a:pt x="12383" y="0"/>
                    </a:cubicBezTo>
                    <a:cubicBezTo>
                      <a:pt x="5525" y="0"/>
                      <a:pt x="0" y="5524"/>
                      <a:pt x="0" y="12382"/>
                    </a:cubicBezTo>
                    <a:cubicBezTo>
                      <a:pt x="0" y="19240"/>
                      <a:pt x="5525" y="24765"/>
                      <a:pt x="12383" y="24765"/>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82" name="Google Shape;782;p28"/>
            <p:cNvGrpSpPr/>
            <p:nvPr/>
          </p:nvGrpSpPr>
          <p:grpSpPr>
            <a:xfrm>
              <a:off x="8163164" y="4027994"/>
              <a:ext cx="202142" cy="355685"/>
              <a:chOff x="7613332" y="5933598"/>
              <a:chExt cx="183832" cy="323468"/>
            </a:xfrm>
          </p:grpSpPr>
          <p:sp>
            <p:nvSpPr>
              <p:cNvPr id="783" name="Google Shape;783;p28"/>
              <p:cNvSpPr/>
              <p:nvPr/>
            </p:nvSpPr>
            <p:spPr>
              <a:xfrm>
                <a:off x="7613332" y="5933598"/>
                <a:ext cx="183832" cy="323468"/>
              </a:xfrm>
              <a:custGeom>
                <a:avLst/>
                <a:gdLst/>
                <a:ahLst/>
                <a:cxnLst/>
                <a:rect l="l" t="t" r="r" b="b"/>
                <a:pathLst>
                  <a:path w="183832" h="323468" extrusionOk="0">
                    <a:moveTo>
                      <a:pt x="91916" y="323469"/>
                    </a:moveTo>
                    <a:lnTo>
                      <a:pt x="91916" y="323469"/>
                    </a:lnTo>
                    <a:cubicBezTo>
                      <a:pt x="41339" y="323469"/>
                      <a:pt x="0" y="282130"/>
                      <a:pt x="0" y="231553"/>
                    </a:cubicBezTo>
                    <a:lnTo>
                      <a:pt x="0" y="91916"/>
                    </a:lnTo>
                    <a:cubicBezTo>
                      <a:pt x="0" y="41338"/>
                      <a:pt x="41339" y="0"/>
                      <a:pt x="91916" y="0"/>
                    </a:cubicBezTo>
                    <a:lnTo>
                      <a:pt x="91916" y="0"/>
                    </a:lnTo>
                    <a:cubicBezTo>
                      <a:pt x="142494" y="0"/>
                      <a:pt x="183832" y="41338"/>
                      <a:pt x="183832" y="91916"/>
                    </a:cubicBezTo>
                    <a:lnTo>
                      <a:pt x="183832" y="231553"/>
                    </a:lnTo>
                    <a:cubicBezTo>
                      <a:pt x="183832" y="282130"/>
                      <a:pt x="142494" y="323469"/>
                      <a:pt x="91916" y="32346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4" name="Google Shape;784;p28"/>
              <p:cNvSpPr/>
              <p:nvPr/>
            </p:nvSpPr>
            <p:spPr>
              <a:xfrm>
                <a:off x="7699533" y="5961602"/>
                <a:ext cx="11430" cy="54101"/>
              </a:xfrm>
              <a:custGeom>
                <a:avLst/>
                <a:gdLst/>
                <a:ahLst/>
                <a:cxnLst/>
                <a:rect l="l" t="t" r="r" b="b"/>
                <a:pathLst>
                  <a:path w="11430" h="54101" extrusionOk="0">
                    <a:moveTo>
                      <a:pt x="5715" y="54102"/>
                    </a:moveTo>
                    <a:lnTo>
                      <a:pt x="5715" y="54102"/>
                    </a:lnTo>
                    <a:cubicBezTo>
                      <a:pt x="2572" y="54102"/>
                      <a:pt x="0" y="51530"/>
                      <a:pt x="0" y="48387"/>
                    </a:cubicBezTo>
                    <a:lnTo>
                      <a:pt x="0" y="5715"/>
                    </a:lnTo>
                    <a:cubicBezTo>
                      <a:pt x="0" y="2571"/>
                      <a:pt x="2572" y="0"/>
                      <a:pt x="5715" y="0"/>
                    </a:cubicBezTo>
                    <a:lnTo>
                      <a:pt x="5715" y="0"/>
                    </a:lnTo>
                    <a:cubicBezTo>
                      <a:pt x="8859" y="0"/>
                      <a:pt x="11430" y="2571"/>
                      <a:pt x="11430" y="5715"/>
                    </a:cubicBezTo>
                    <a:lnTo>
                      <a:pt x="11430" y="48387"/>
                    </a:lnTo>
                    <a:cubicBezTo>
                      <a:pt x="11430" y="51530"/>
                      <a:pt x="8859" y="54102"/>
                      <a:pt x="5715" y="5410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85" name="Google Shape;785;p28"/>
            <p:cNvGrpSpPr/>
            <p:nvPr/>
          </p:nvGrpSpPr>
          <p:grpSpPr>
            <a:xfrm>
              <a:off x="6427831" y="3923439"/>
              <a:ext cx="1533857" cy="564092"/>
              <a:chOff x="6546554" y="3679108"/>
              <a:chExt cx="1256642" cy="462143"/>
            </a:xfrm>
          </p:grpSpPr>
          <p:sp>
            <p:nvSpPr>
              <p:cNvPr id="786" name="Google Shape;786;p28"/>
              <p:cNvSpPr/>
              <p:nvPr/>
            </p:nvSpPr>
            <p:spPr>
              <a:xfrm>
                <a:off x="6546554" y="3679108"/>
                <a:ext cx="1256642" cy="462143"/>
              </a:xfrm>
              <a:custGeom>
                <a:avLst/>
                <a:gdLst/>
                <a:ahLst/>
                <a:cxnLst/>
                <a:rect l="l" t="t" r="r" b="b"/>
                <a:pathLst>
                  <a:path w="1396269" h="513492" extrusionOk="0">
                    <a:moveTo>
                      <a:pt x="1334738" y="0"/>
                    </a:moveTo>
                    <a:cubicBezTo>
                      <a:pt x="1368721" y="0"/>
                      <a:pt x="1396270" y="27548"/>
                      <a:pt x="1396270" y="61531"/>
                    </a:cubicBezTo>
                    <a:lnTo>
                      <a:pt x="1396270" y="451961"/>
                    </a:lnTo>
                    <a:cubicBezTo>
                      <a:pt x="1396270" y="485944"/>
                      <a:pt x="1368722" y="513493"/>
                      <a:pt x="1334738" y="513493"/>
                    </a:cubicBezTo>
                    <a:lnTo>
                      <a:pt x="61532" y="513493"/>
                    </a:lnTo>
                    <a:cubicBezTo>
                      <a:pt x="27549" y="513493"/>
                      <a:pt x="0" y="485944"/>
                      <a:pt x="0" y="451961"/>
                    </a:cubicBezTo>
                    <a:lnTo>
                      <a:pt x="0" y="61531"/>
                    </a:lnTo>
                    <a:cubicBezTo>
                      <a:pt x="0" y="27549"/>
                      <a:pt x="27548" y="0"/>
                      <a:pt x="61532"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7" name="Google Shape;787;p28"/>
              <p:cNvSpPr/>
              <p:nvPr/>
            </p:nvSpPr>
            <p:spPr>
              <a:xfrm>
                <a:off x="6661108" y="3712144"/>
                <a:ext cx="69522" cy="69522"/>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88" name="Google Shape;788;p28"/>
              <p:cNvGrpSpPr/>
              <p:nvPr/>
            </p:nvGrpSpPr>
            <p:grpSpPr>
              <a:xfrm>
                <a:off x="6805960" y="3712311"/>
                <a:ext cx="391811" cy="69592"/>
                <a:chOff x="6322885" y="5875210"/>
                <a:chExt cx="434911" cy="77247"/>
              </a:xfrm>
            </p:grpSpPr>
            <p:sp>
              <p:nvSpPr>
                <p:cNvPr id="789" name="Google Shape;789;p28"/>
                <p:cNvSpPr/>
                <p:nvPr/>
              </p:nvSpPr>
              <p:spPr>
                <a:xfrm>
                  <a:off x="6322885"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0" name="Google Shape;790;p28"/>
                <p:cNvSpPr/>
                <p:nvPr/>
              </p:nvSpPr>
              <p:spPr>
                <a:xfrm>
                  <a:off x="6412325"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1" name="Google Shape;791;p28"/>
                <p:cNvSpPr/>
                <p:nvPr/>
              </p:nvSpPr>
              <p:spPr>
                <a:xfrm>
                  <a:off x="6501765"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2" name="Google Shape;792;p28"/>
                <p:cNvSpPr/>
                <p:nvPr/>
              </p:nvSpPr>
              <p:spPr>
                <a:xfrm>
                  <a:off x="6591109"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3" name="Google Shape;793;p28"/>
                <p:cNvSpPr/>
                <p:nvPr/>
              </p:nvSpPr>
              <p:spPr>
                <a:xfrm>
                  <a:off x="6680549"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94" name="Google Shape;794;p28"/>
              <p:cNvGrpSpPr/>
              <p:nvPr/>
            </p:nvGrpSpPr>
            <p:grpSpPr>
              <a:xfrm>
                <a:off x="7285642" y="3712311"/>
                <a:ext cx="391897" cy="69592"/>
                <a:chOff x="6855333" y="5875210"/>
                <a:chExt cx="435006" cy="77247"/>
              </a:xfrm>
            </p:grpSpPr>
            <p:sp>
              <p:nvSpPr>
                <p:cNvPr id="795" name="Google Shape;795;p28"/>
                <p:cNvSpPr/>
                <p:nvPr/>
              </p:nvSpPr>
              <p:spPr>
                <a:xfrm>
                  <a:off x="6855333"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6" name="Google Shape;796;p28"/>
                <p:cNvSpPr/>
                <p:nvPr/>
              </p:nvSpPr>
              <p:spPr>
                <a:xfrm>
                  <a:off x="6944772"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7" name="Google Shape;797;p28"/>
                <p:cNvSpPr/>
                <p:nvPr/>
              </p:nvSpPr>
              <p:spPr>
                <a:xfrm>
                  <a:off x="7034212"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8" name="Google Shape;798;p28"/>
                <p:cNvSpPr/>
                <p:nvPr/>
              </p:nvSpPr>
              <p:spPr>
                <a:xfrm>
                  <a:off x="7123652"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9" name="Google Shape;799;p28"/>
                <p:cNvSpPr/>
                <p:nvPr/>
              </p:nvSpPr>
              <p:spPr>
                <a:xfrm>
                  <a:off x="7213092"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00" name="Google Shape;800;p28"/>
              <p:cNvGrpSpPr/>
              <p:nvPr/>
            </p:nvGrpSpPr>
            <p:grpSpPr>
              <a:xfrm>
                <a:off x="6577103" y="3819746"/>
                <a:ext cx="1198690" cy="70794"/>
                <a:chOff x="6068853" y="5994463"/>
                <a:chExt cx="1330547" cy="78581"/>
              </a:xfrm>
            </p:grpSpPr>
            <p:sp>
              <p:nvSpPr>
                <p:cNvPr id="801" name="Google Shape;801;p28"/>
                <p:cNvSpPr/>
                <p:nvPr/>
              </p:nvSpPr>
              <p:spPr>
                <a:xfrm>
                  <a:off x="6068853"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2" name="Google Shape;802;p28"/>
                <p:cNvSpPr/>
                <p:nvPr/>
              </p:nvSpPr>
              <p:spPr>
                <a:xfrm>
                  <a:off x="6173152"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3" name="Google Shape;803;p28"/>
                <p:cNvSpPr/>
                <p:nvPr/>
              </p:nvSpPr>
              <p:spPr>
                <a:xfrm>
                  <a:off x="6277451"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4" name="Google Shape;804;p28"/>
                <p:cNvSpPr/>
                <p:nvPr/>
              </p:nvSpPr>
              <p:spPr>
                <a:xfrm>
                  <a:off x="6381845"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5" name="Google Shape;805;p28"/>
                <p:cNvSpPr/>
                <p:nvPr/>
              </p:nvSpPr>
              <p:spPr>
                <a:xfrm>
                  <a:off x="6486144"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6" name="Google Shape;806;p28"/>
                <p:cNvSpPr/>
                <p:nvPr/>
              </p:nvSpPr>
              <p:spPr>
                <a:xfrm>
                  <a:off x="6590442"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7" name="Google Shape;807;p28"/>
                <p:cNvSpPr/>
                <p:nvPr/>
              </p:nvSpPr>
              <p:spPr>
                <a:xfrm>
                  <a:off x="6694836"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8" name="Google Shape;808;p28"/>
                <p:cNvSpPr/>
                <p:nvPr/>
              </p:nvSpPr>
              <p:spPr>
                <a:xfrm>
                  <a:off x="6799135"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9" name="Google Shape;809;p28"/>
                <p:cNvSpPr/>
                <p:nvPr/>
              </p:nvSpPr>
              <p:spPr>
                <a:xfrm>
                  <a:off x="6903434"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0" name="Google Shape;810;p28"/>
                <p:cNvSpPr/>
                <p:nvPr/>
              </p:nvSpPr>
              <p:spPr>
                <a:xfrm>
                  <a:off x="7007828"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1" name="Google Shape;811;p28"/>
                <p:cNvSpPr/>
                <p:nvPr/>
              </p:nvSpPr>
              <p:spPr>
                <a:xfrm>
                  <a:off x="7112126"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2" name="Google Shape;812;p28"/>
                <p:cNvSpPr/>
                <p:nvPr/>
              </p:nvSpPr>
              <p:spPr>
                <a:xfrm>
                  <a:off x="7216425"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3" name="Google Shape;813;p28"/>
                <p:cNvSpPr/>
                <p:nvPr/>
              </p:nvSpPr>
              <p:spPr>
                <a:xfrm>
                  <a:off x="7320819" y="5994463"/>
                  <a:ext cx="78581" cy="78581"/>
                </a:xfrm>
                <a:custGeom>
                  <a:avLst/>
                  <a:gdLst/>
                  <a:ahLst/>
                  <a:cxnLst/>
                  <a:rect l="l" t="t" r="r" b="b"/>
                  <a:pathLst>
                    <a:path w="78581" h="78581" extrusionOk="0">
                      <a:moveTo>
                        <a:pt x="0" y="0"/>
                      </a:moveTo>
                      <a:lnTo>
                        <a:pt x="78582" y="0"/>
                      </a:lnTo>
                      <a:lnTo>
                        <a:pt x="78582"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14" name="Google Shape;814;p28"/>
              <p:cNvGrpSpPr/>
              <p:nvPr/>
            </p:nvGrpSpPr>
            <p:grpSpPr>
              <a:xfrm>
                <a:off x="6577103" y="3995572"/>
                <a:ext cx="1198690" cy="70794"/>
                <a:chOff x="6068853" y="6189630"/>
                <a:chExt cx="1330547" cy="78581"/>
              </a:xfrm>
            </p:grpSpPr>
            <p:sp>
              <p:nvSpPr>
                <p:cNvPr id="815" name="Google Shape;815;p28"/>
                <p:cNvSpPr/>
                <p:nvPr/>
              </p:nvSpPr>
              <p:spPr>
                <a:xfrm>
                  <a:off x="6068853"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6" name="Google Shape;816;p28"/>
                <p:cNvSpPr/>
                <p:nvPr/>
              </p:nvSpPr>
              <p:spPr>
                <a:xfrm>
                  <a:off x="6173152"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7" name="Google Shape;817;p28"/>
                <p:cNvSpPr/>
                <p:nvPr/>
              </p:nvSpPr>
              <p:spPr>
                <a:xfrm>
                  <a:off x="6277451" y="6189630"/>
                  <a:ext cx="497300" cy="78581"/>
                </a:xfrm>
                <a:custGeom>
                  <a:avLst/>
                  <a:gdLst/>
                  <a:ahLst/>
                  <a:cxnLst/>
                  <a:rect l="l" t="t" r="r" b="b"/>
                  <a:pathLst>
                    <a:path w="497300" h="78581" extrusionOk="0">
                      <a:moveTo>
                        <a:pt x="0" y="0"/>
                      </a:moveTo>
                      <a:lnTo>
                        <a:pt x="497300" y="0"/>
                      </a:lnTo>
                      <a:lnTo>
                        <a:pt x="497300"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8" name="Google Shape;818;p28"/>
                <p:cNvSpPr/>
                <p:nvPr/>
              </p:nvSpPr>
              <p:spPr>
                <a:xfrm>
                  <a:off x="6799135"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9" name="Google Shape;819;p28"/>
                <p:cNvSpPr/>
                <p:nvPr/>
              </p:nvSpPr>
              <p:spPr>
                <a:xfrm>
                  <a:off x="6903434"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0" name="Google Shape;820;p28"/>
                <p:cNvSpPr/>
                <p:nvPr/>
              </p:nvSpPr>
              <p:spPr>
                <a:xfrm>
                  <a:off x="7007828"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1" name="Google Shape;821;p28"/>
                <p:cNvSpPr/>
                <p:nvPr/>
              </p:nvSpPr>
              <p:spPr>
                <a:xfrm>
                  <a:off x="7112126"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2" name="Google Shape;822;p28"/>
                <p:cNvSpPr/>
                <p:nvPr/>
              </p:nvSpPr>
              <p:spPr>
                <a:xfrm>
                  <a:off x="7216425"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3" name="Google Shape;823;p28"/>
                <p:cNvSpPr/>
                <p:nvPr/>
              </p:nvSpPr>
              <p:spPr>
                <a:xfrm>
                  <a:off x="7320819" y="6189630"/>
                  <a:ext cx="78581" cy="78581"/>
                </a:xfrm>
                <a:custGeom>
                  <a:avLst/>
                  <a:gdLst/>
                  <a:ahLst/>
                  <a:cxnLst/>
                  <a:rect l="l" t="t" r="r" b="b"/>
                  <a:pathLst>
                    <a:path w="78581" h="78581" extrusionOk="0">
                      <a:moveTo>
                        <a:pt x="0" y="0"/>
                      </a:moveTo>
                      <a:lnTo>
                        <a:pt x="78582" y="0"/>
                      </a:lnTo>
                      <a:lnTo>
                        <a:pt x="78582"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24" name="Google Shape;824;p28"/>
              <p:cNvGrpSpPr/>
              <p:nvPr/>
            </p:nvGrpSpPr>
            <p:grpSpPr>
              <a:xfrm>
                <a:off x="6622239" y="3908904"/>
                <a:ext cx="1104727" cy="70794"/>
                <a:chOff x="6118955" y="6093428"/>
                <a:chExt cx="1226248" cy="78581"/>
              </a:xfrm>
            </p:grpSpPr>
            <p:sp>
              <p:nvSpPr>
                <p:cNvPr id="825" name="Google Shape;825;p28"/>
                <p:cNvSpPr/>
                <p:nvPr/>
              </p:nvSpPr>
              <p:spPr>
                <a:xfrm>
                  <a:off x="6118955"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6" name="Google Shape;826;p28"/>
                <p:cNvSpPr/>
                <p:nvPr/>
              </p:nvSpPr>
              <p:spPr>
                <a:xfrm>
                  <a:off x="6223254"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7" name="Google Shape;827;p28"/>
                <p:cNvSpPr/>
                <p:nvPr/>
              </p:nvSpPr>
              <p:spPr>
                <a:xfrm>
                  <a:off x="6327648"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8" name="Google Shape;828;p28"/>
                <p:cNvSpPr/>
                <p:nvPr/>
              </p:nvSpPr>
              <p:spPr>
                <a:xfrm>
                  <a:off x="6431946"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9" name="Google Shape;829;p28"/>
                <p:cNvSpPr/>
                <p:nvPr/>
              </p:nvSpPr>
              <p:spPr>
                <a:xfrm>
                  <a:off x="6536245"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0" name="Google Shape;830;p28"/>
                <p:cNvSpPr/>
                <p:nvPr/>
              </p:nvSpPr>
              <p:spPr>
                <a:xfrm>
                  <a:off x="6640639"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1" name="Google Shape;831;p28"/>
                <p:cNvSpPr/>
                <p:nvPr/>
              </p:nvSpPr>
              <p:spPr>
                <a:xfrm>
                  <a:off x="6744938"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2" name="Google Shape;832;p28"/>
                <p:cNvSpPr/>
                <p:nvPr/>
              </p:nvSpPr>
              <p:spPr>
                <a:xfrm>
                  <a:off x="6849237"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3" name="Google Shape;833;p28"/>
                <p:cNvSpPr/>
                <p:nvPr/>
              </p:nvSpPr>
              <p:spPr>
                <a:xfrm>
                  <a:off x="6953631"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4" name="Google Shape;834;p28"/>
                <p:cNvSpPr/>
                <p:nvPr/>
              </p:nvSpPr>
              <p:spPr>
                <a:xfrm>
                  <a:off x="7057929"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5" name="Google Shape;835;p28"/>
                <p:cNvSpPr/>
                <p:nvPr/>
              </p:nvSpPr>
              <p:spPr>
                <a:xfrm>
                  <a:off x="7162228"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6" name="Google Shape;836;p28"/>
                <p:cNvSpPr/>
                <p:nvPr/>
              </p:nvSpPr>
              <p:spPr>
                <a:xfrm>
                  <a:off x="7266622"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837" name="Google Shape;837;p28"/>
              <p:cNvSpPr/>
              <p:nvPr/>
            </p:nvSpPr>
            <p:spPr>
              <a:xfrm>
                <a:off x="7740658" y="3711543"/>
                <a:ext cx="33604" cy="33604"/>
              </a:xfrm>
              <a:custGeom>
                <a:avLst/>
                <a:gdLst/>
                <a:ahLst/>
                <a:cxnLst/>
                <a:rect l="l" t="t" r="r" b="b"/>
                <a:pathLst>
                  <a:path w="37338" h="37338" extrusionOk="0">
                    <a:moveTo>
                      <a:pt x="37338" y="18669"/>
                    </a:moveTo>
                    <a:cubicBezTo>
                      <a:pt x="37338" y="28980"/>
                      <a:pt x="28980" y="37338"/>
                      <a:pt x="18669" y="37338"/>
                    </a:cubicBezTo>
                    <a:cubicBezTo>
                      <a:pt x="8358" y="37338"/>
                      <a:pt x="0" y="28980"/>
                      <a:pt x="0" y="18669"/>
                    </a:cubicBezTo>
                    <a:cubicBezTo>
                      <a:pt x="0" y="8359"/>
                      <a:pt x="8358" y="0"/>
                      <a:pt x="18669" y="0"/>
                    </a:cubicBezTo>
                    <a:cubicBezTo>
                      <a:pt x="28979" y="0"/>
                      <a:pt x="37338" y="8358"/>
                      <a:pt x="37338" y="1866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38" name="Google Shape;838;p28"/>
            <p:cNvGrpSpPr/>
            <p:nvPr/>
          </p:nvGrpSpPr>
          <p:grpSpPr>
            <a:xfrm>
              <a:off x="6367914" y="2012818"/>
              <a:ext cx="1448168" cy="1250722"/>
              <a:chOff x="6497466" y="2113795"/>
              <a:chExt cx="1186439" cy="1024678"/>
            </a:xfrm>
          </p:grpSpPr>
          <p:sp>
            <p:nvSpPr>
              <p:cNvPr id="839" name="Google Shape;839;p28"/>
              <p:cNvSpPr/>
              <p:nvPr/>
            </p:nvSpPr>
            <p:spPr>
              <a:xfrm>
                <a:off x="6497466" y="2113795"/>
                <a:ext cx="1186433" cy="1024678"/>
              </a:xfrm>
              <a:custGeom>
                <a:avLst/>
                <a:gdLst/>
                <a:ahLst/>
                <a:cxnLst/>
                <a:rect l="l" t="t" r="r" b="b"/>
                <a:pathLst>
                  <a:path w="1318259" h="1915286" extrusionOk="0">
                    <a:moveTo>
                      <a:pt x="1266444" y="0"/>
                    </a:moveTo>
                    <a:cubicBezTo>
                      <a:pt x="1295061" y="0"/>
                      <a:pt x="1318260" y="23199"/>
                      <a:pt x="1318260" y="51816"/>
                    </a:cubicBezTo>
                    <a:lnTo>
                      <a:pt x="1318260" y="1863471"/>
                    </a:lnTo>
                    <a:cubicBezTo>
                      <a:pt x="1318260" y="1892089"/>
                      <a:pt x="1295061" y="1915287"/>
                      <a:pt x="1266444" y="1915287"/>
                    </a:cubicBezTo>
                    <a:lnTo>
                      <a:pt x="51816" y="1915287"/>
                    </a:lnTo>
                    <a:cubicBezTo>
                      <a:pt x="23198" y="1915287"/>
                      <a:pt x="0" y="1892089"/>
                      <a:pt x="0" y="1863471"/>
                    </a:cubicBezTo>
                    <a:lnTo>
                      <a:pt x="0" y="51816"/>
                    </a:lnTo>
                    <a:cubicBezTo>
                      <a:pt x="0" y="23199"/>
                      <a:pt x="23198" y="0"/>
                      <a:pt x="51816"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0" name="Google Shape;840;p28"/>
              <p:cNvSpPr/>
              <p:nvPr/>
            </p:nvSpPr>
            <p:spPr>
              <a:xfrm>
                <a:off x="6497472" y="2113798"/>
                <a:ext cx="1186433" cy="84696"/>
              </a:xfrm>
              <a:custGeom>
                <a:avLst/>
                <a:gdLst/>
                <a:ahLst/>
                <a:cxnLst/>
                <a:rect l="l" t="t" r="r" b="b"/>
                <a:pathLst>
                  <a:path w="1318259" h="94107" extrusionOk="0">
                    <a:moveTo>
                      <a:pt x="1318260" y="51816"/>
                    </a:moveTo>
                    <a:lnTo>
                      <a:pt x="1318260" y="94107"/>
                    </a:lnTo>
                    <a:lnTo>
                      <a:pt x="0" y="94107"/>
                    </a:lnTo>
                    <a:lnTo>
                      <a:pt x="0" y="51816"/>
                    </a:lnTo>
                    <a:cubicBezTo>
                      <a:pt x="0" y="23241"/>
                      <a:pt x="23241" y="0"/>
                      <a:pt x="51816" y="0"/>
                    </a:cubicBezTo>
                    <a:lnTo>
                      <a:pt x="1266444" y="0"/>
                    </a:lnTo>
                    <a:cubicBezTo>
                      <a:pt x="1295019" y="0"/>
                      <a:pt x="1318260" y="23241"/>
                      <a:pt x="1318260" y="51816"/>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41" name="Google Shape;841;p28"/>
              <p:cNvGrpSpPr/>
              <p:nvPr/>
            </p:nvGrpSpPr>
            <p:grpSpPr>
              <a:xfrm>
                <a:off x="7512268" y="2145579"/>
                <a:ext cx="126741" cy="28145"/>
                <a:chOff x="7106888" y="4136136"/>
                <a:chExt cx="140683" cy="31241"/>
              </a:xfrm>
            </p:grpSpPr>
            <p:sp>
              <p:nvSpPr>
                <p:cNvPr id="842" name="Google Shape;842;p28"/>
                <p:cNvSpPr/>
                <p:nvPr/>
              </p:nvSpPr>
              <p:spPr>
                <a:xfrm>
                  <a:off x="7216330" y="4136136"/>
                  <a:ext cx="31241" cy="31241"/>
                </a:xfrm>
                <a:custGeom>
                  <a:avLst/>
                  <a:gdLst/>
                  <a:ahLst/>
                  <a:cxnLst/>
                  <a:rect l="l" t="t" r="r" b="b"/>
                  <a:pathLst>
                    <a:path w="31241" h="31241" extrusionOk="0">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3" name="Google Shape;843;p28"/>
                <p:cNvSpPr/>
                <p:nvPr/>
              </p:nvSpPr>
              <p:spPr>
                <a:xfrm>
                  <a:off x="7161561" y="4136136"/>
                  <a:ext cx="31241" cy="31241"/>
                </a:xfrm>
                <a:custGeom>
                  <a:avLst/>
                  <a:gdLst/>
                  <a:ahLst/>
                  <a:cxnLst/>
                  <a:rect l="l" t="t" r="r" b="b"/>
                  <a:pathLst>
                    <a:path w="31241" h="31241" extrusionOk="0">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4" name="Google Shape;844;p28"/>
                <p:cNvSpPr/>
                <p:nvPr/>
              </p:nvSpPr>
              <p:spPr>
                <a:xfrm>
                  <a:off x="7106888" y="4136136"/>
                  <a:ext cx="31241" cy="31241"/>
                </a:xfrm>
                <a:custGeom>
                  <a:avLst/>
                  <a:gdLst/>
                  <a:ahLst/>
                  <a:cxnLst/>
                  <a:rect l="l" t="t" r="r" b="b"/>
                  <a:pathLst>
                    <a:path w="31241" h="31241" extrusionOk="0">
                      <a:moveTo>
                        <a:pt x="31242" y="15621"/>
                      </a:moveTo>
                      <a:cubicBezTo>
                        <a:pt x="31242" y="24248"/>
                        <a:pt x="24248" y="31242"/>
                        <a:pt x="15621" y="31242"/>
                      </a:cubicBezTo>
                      <a:cubicBezTo>
                        <a:pt x="6993" y="31242"/>
                        <a:pt x="-1" y="24248"/>
                        <a:pt x="-1" y="15621"/>
                      </a:cubicBezTo>
                      <a:cubicBezTo>
                        <a:pt x="-1" y="6994"/>
                        <a:pt x="6993" y="0"/>
                        <a:pt x="15621" y="0"/>
                      </a:cubicBezTo>
                      <a:cubicBezTo>
                        <a:pt x="24248" y="0"/>
                        <a:pt x="31242" y="6994"/>
                        <a:pt x="31242" y="1562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845" name="Google Shape;845;p28"/>
              <p:cNvSpPr/>
              <p:nvPr/>
            </p:nvSpPr>
            <p:spPr>
              <a:xfrm>
                <a:off x="6515578" y="2215995"/>
                <a:ext cx="1150258" cy="460514"/>
              </a:xfrm>
              <a:custGeom>
                <a:avLst/>
                <a:gdLst/>
                <a:ahLst/>
                <a:cxnLst/>
                <a:rect l="l" t="t" r="r" b="b"/>
                <a:pathLst>
                  <a:path w="1278064" h="511682" extrusionOk="0">
                    <a:moveTo>
                      <a:pt x="0" y="0"/>
                    </a:moveTo>
                    <a:lnTo>
                      <a:pt x="1278064" y="0"/>
                    </a:lnTo>
                    <a:lnTo>
                      <a:pt x="1278064" y="511683"/>
                    </a:lnTo>
                    <a:lnTo>
                      <a:pt x="0" y="51168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6" name="Google Shape;846;p28"/>
              <p:cNvSpPr/>
              <p:nvPr/>
            </p:nvSpPr>
            <p:spPr>
              <a:xfrm>
                <a:off x="6548699" y="2724580"/>
                <a:ext cx="316840" cy="275091"/>
              </a:xfrm>
              <a:custGeom>
                <a:avLst/>
                <a:gdLst/>
                <a:ahLst/>
                <a:cxnLst/>
                <a:rect l="l" t="t" r="r" b="b"/>
                <a:pathLst>
                  <a:path w="352044" h="305657" extrusionOk="0">
                    <a:moveTo>
                      <a:pt x="0" y="0"/>
                    </a:moveTo>
                    <a:lnTo>
                      <a:pt x="352044" y="0"/>
                    </a:lnTo>
                    <a:lnTo>
                      <a:pt x="352044" y="305657"/>
                    </a:lnTo>
                    <a:lnTo>
                      <a:pt x="0" y="305657"/>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7" name="Google Shape;847;p28"/>
              <p:cNvSpPr/>
              <p:nvPr/>
            </p:nvSpPr>
            <p:spPr>
              <a:xfrm>
                <a:off x="6896308" y="2724580"/>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8" name="Google Shape;848;p28"/>
              <p:cNvSpPr/>
              <p:nvPr/>
            </p:nvSpPr>
            <p:spPr>
              <a:xfrm>
                <a:off x="6896308" y="2775721"/>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9" name="Google Shape;849;p28"/>
              <p:cNvSpPr/>
              <p:nvPr/>
            </p:nvSpPr>
            <p:spPr>
              <a:xfrm>
                <a:off x="6896308" y="2826777"/>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0" name="Google Shape;850;p28"/>
              <p:cNvSpPr/>
              <p:nvPr/>
            </p:nvSpPr>
            <p:spPr>
              <a:xfrm>
                <a:off x="6896308" y="2877919"/>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51" name="Google Shape;851;p28"/>
              <p:cNvGrpSpPr/>
              <p:nvPr/>
            </p:nvGrpSpPr>
            <p:grpSpPr>
              <a:xfrm>
                <a:off x="7422424" y="2953744"/>
                <a:ext cx="216586" cy="46337"/>
                <a:chOff x="7007161" y="5033200"/>
                <a:chExt cx="240411" cy="51434"/>
              </a:xfrm>
            </p:grpSpPr>
            <p:sp>
              <p:nvSpPr>
                <p:cNvPr id="852" name="Google Shape;852;p28"/>
                <p:cNvSpPr/>
                <p:nvPr/>
              </p:nvSpPr>
              <p:spPr>
                <a:xfrm>
                  <a:off x="7007161" y="5033200"/>
                  <a:ext cx="240411" cy="51434"/>
                </a:xfrm>
                <a:custGeom>
                  <a:avLst/>
                  <a:gdLst/>
                  <a:ahLst/>
                  <a:cxnLst/>
                  <a:rect l="l" t="t" r="r" b="b"/>
                  <a:pathLst>
                    <a:path w="240411" h="51434" extrusionOk="0">
                      <a:moveTo>
                        <a:pt x="214694" y="51435"/>
                      </a:moveTo>
                      <a:lnTo>
                        <a:pt x="25718" y="51435"/>
                      </a:lnTo>
                      <a:cubicBezTo>
                        <a:pt x="11525" y="51435"/>
                        <a:pt x="0" y="39814"/>
                        <a:pt x="0" y="25717"/>
                      </a:cubicBezTo>
                      <a:lnTo>
                        <a:pt x="0" y="25717"/>
                      </a:lnTo>
                      <a:cubicBezTo>
                        <a:pt x="0" y="11525"/>
                        <a:pt x="11621" y="0"/>
                        <a:pt x="25718" y="0"/>
                      </a:cubicBezTo>
                      <a:lnTo>
                        <a:pt x="214694" y="0"/>
                      </a:lnTo>
                      <a:cubicBezTo>
                        <a:pt x="228886" y="0"/>
                        <a:pt x="240411" y="11621"/>
                        <a:pt x="240411" y="25717"/>
                      </a:cubicBezTo>
                      <a:lnTo>
                        <a:pt x="240411" y="25717"/>
                      </a:lnTo>
                      <a:cubicBezTo>
                        <a:pt x="240411" y="39909"/>
                        <a:pt x="228791" y="51435"/>
                        <a:pt x="214694" y="5143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3" name="Google Shape;853;p28"/>
                <p:cNvSpPr/>
                <p:nvPr/>
              </p:nvSpPr>
              <p:spPr>
                <a:xfrm>
                  <a:off x="7073264" y="5047202"/>
                  <a:ext cx="108204" cy="23240"/>
                </a:xfrm>
                <a:custGeom>
                  <a:avLst/>
                  <a:gdLst/>
                  <a:ahLst/>
                  <a:cxnLst/>
                  <a:rect l="l" t="t" r="r" b="b"/>
                  <a:pathLst>
                    <a:path w="108204" h="23240" extrusionOk="0">
                      <a:moveTo>
                        <a:pt x="96584" y="23241"/>
                      </a:moveTo>
                      <a:lnTo>
                        <a:pt x="11621" y="23241"/>
                      </a:lnTo>
                      <a:cubicBezTo>
                        <a:pt x="5239" y="23241"/>
                        <a:pt x="0" y="18002"/>
                        <a:pt x="0" y="11620"/>
                      </a:cubicBezTo>
                      <a:lnTo>
                        <a:pt x="0" y="11620"/>
                      </a:lnTo>
                      <a:cubicBezTo>
                        <a:pt x="0" y="5239"/>
                        <a:pt x="5239" y="0"/>
                        <a:pt x="11621" y="0"/>
                      </a:cubicBezTo>
                      <a:lnTo>
                        <a:pt x="96584" y="0"/>
                      </a:lnTo>
                      <a:cubicBezTo>
                        <a:pt x="102965" y="0"/>
                        <a:pt x="108204" y="5239"/>
                        <a:pt x="108204" y="11620"/>
                      </a:cubicBezTo>
                      <a:lnTo>
                        <a:pt x="108204" y="11620"/>
                      </a:lnTo>
                      <a:cubicBezTo>
                        <a:pt x="108204" y="18002"/>
                        <a:pt x="102965" y="23241"/>
                        <a:pt x="96584" y="2324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54" name="Google Shape;854;p28"/>
              <p:cNvGrpSpPr/>
              <p:nvPr/>
            </p:nvGrpSpPr>
            <p:grpSpPr>
              <a:xfrm>
                <a:off x="6548871" y="2408331"/>
                <a:ext cx="1090139" cy="89414"/>
                <a:chOff x="6037516" y="4427791"/>
                <a:chExt cx="1210056" cy="99250"/>
              </a:xfrm>
            </p:grpSpPr>
            <p:sp>
              <p:nvSpPr>
                <p:cNvPr id="855" name="Google Shape;855;p28"/>
                <p:cNvSpPr/>
                <p:nvPr/>
              </p:nvSpPr>
              <p:spPr>
                <a:xfrm>
                  <a:off x="6037516" y="4427791"/>
                  <a:ext cx="49625" cy="99250"/>
                </a:xfrm>
                <a:custGeom>
                  <a:avLst/>
                  <a:gdLst/>
                  <a:ahLst/>
                  <a:cxnLst/>
                  <a:rect l="l" t="t" r="r" b="b"/>
                  <a:pathLst>
                    <a:path w="49625" h="99250" extrusionOk="0">
                      <a:moveTo>
                        <a:pt x="0" y="49625"/>
                      </a:moveTo>
                      <a:lnTo>
                        <a:pt x="49625" y="99251"/>
                      </a:lnTo>
                      <a:lnTo>
                        <a:pt x="49625" y="0"/>
                      </a:lnTo>
                      <a:lnTo>
                        <a:pt x="0" y="4962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6" name="Google Shape;856;p28"/>
                <p:cNvSpPr/>
                <p:nvPr/>
              </p:nvSpPr>
              <p:spPr>
                <a:xfrm>
                  <a:off x="7197947" y="4427791"/>
                  <a:ext cx="49625" cy="99250"/>
                </a:xfrm>
                <a:custGeom>
                  <a:avLst/>
                  <a:gdLst/>
                  <a:ahLst/>
                  <a:cxnLst/>
                  <a:rect l="l" t="t" r="r" b="b"/>
                  <a:pathLst>
                    <a:path w="49625" h="99250" extrusionOk="0">
                      <a:moveTo>
                        <a:pt x="0" y="0"/>
                      </a:moveTo>
                      <a:lnTo>
                        <a:pt x="0" y="99251"/>
                      </a:lnTo>
                      <a:lnTo>
                        <a:pt x="49625" y="49625"/>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57" name="Google Shape;857;p28"/>
              <p:cNvGrpSpPr/>
              <p:nvPr/>
            </p:nvGrpSpPr>
            <p:grpSpPr>
              <a:xfrm>
                <a:off x="7012935" y="2651519"/>
                <a:ext cx="157033" cy="16304"/>
                <a:chOff x="6552628" y="4697730"/>
                <a:chExt cx="174307" cy="18097"/>
              </a:xfrm>
            </p:grpSpPr>
            <p:sp>
              <p:nvSpPr>
                <p:cNvPr id="858" name="Google Shape;858;p28"/>
                <p:cNvSpPr/>
                <p:nvPr/>
              </p:nvSpPr>
              <p:spPr>
                <a:xfrm>
                  <a:off x="6552628" y="4697730"/>
                  <a:ext cx="18097" cy="18097"/>
                </a:xfrm>
                <a:custGeom>
                  <a:avLst/>
                  <a:gdLst/>
                  <a:ahLst/>
                  <a:cxnLst/>
                  <a:rect l="l" t="t" r="r" b="b"/>
                  <a:pathLst>
                    <a:path w="18097" h="18097" extrusionOk="0">
                      <a:moveTo>
                        <a:pt x="18098" y="9049"/>
                      </a:moveTo>
                      <a:cubicBezTo>
                        <a:pt x="18098" y="14002"/>
                        <a:pt x="14097" y="18097"/>
                        <a:pt x="9049" y="18097"/>
                      </a:cubicBezTo>
                      <a:cubicBezTo>
                        <a:pt x="4000" y="18097"/>
                        <a:pt x="0" y="14097"/>
                        <a:pt x="0" y="9049"/>
                      </a:cubicBezTo>
                      <a:cubicBezTo>
                        <a:pt x="0" y="4000"/>
                        <a:pt x="4000" y="0"/>
                        <a:pt x="9049" y="0"/>
                      </a:cubicBezTo>
                      <a:cubicBezTo>
                        <a:pt x="14097" y="0"/>
                        <a:pt x="18098" y="4000"/>
                        <a:pt x="18098"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9" name="Google Shape;859;p28"/>
                <p:cNvSpPr/>
                <p:nvPr/>
              </p:nvSpPr>
              <p:spPr>
                <a:xfrm>
                  <a:off x="6591681" y="4697730"/>
                  <a:ext cx="18097" cy="18097"/>
                </a:xfrm>
                <a:custGeom>
                  <a:avLst/>
                  <a:gdLst/>
                  <a:ahLst/>
                  <a:cxnLst/>
                  <a:rect l="l" t="t" r="r" b="b"/>
                  <a:pathLst>
                    <a:path w="18097" h="18097" extrusionOk="0">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0" name="Google Shape;860;p28"/>
                <p:cNvSpPr/>
                <p:nvPr/>
              </p:nvSpPr>
              <p:spPr>
                <a:xfrm>
                  <a:off x="6630733" y="4697730"/>
                  <a:ext cx="18097" cy="18097"/>
                </a:xfrm>
                <a:custGeom>
                  <a:avLst/>
                  <a:gdLst/>
                  <a:ahLst/>
                  <a:cxnLst/>
                  <a:rect l="l" t="t" r="r" b="b"/>
                  <a:pathLst>
                    <a:path w="18097" h="18097" extrusionOk="0">
                      <a:moveTo>
                        <a:pt x="18097" y="9049"/>
                      </a:moveTo>
                      <a:cubicBezTo>
                        <a:pt x="18097" y="14002"/>
                        <a:pt x="14097" y="18097"/>
                        <a:pt x="9049" y="18097"/>
                      </a:cubicBezTo>
                      <a:cubicBezTo>
                        <a:pt x="4000" y="18097"/>
                        <a:pt x="0" y="14097"/>
                        <a:pt x="0" y="9049"/>
                      </a:cubicBezTo>
                      <a:cubicBezTo>
                        <a:pt x="0" y="4000"/>
                        <a:pt x="4000" y="0"/>
                        <a:pt x="9049" y="0"/>
                      </a:cubicBezTo>
                      <a:cubicBezTo>
                        <a:pt x="14097" y="0"/>
                        <a:pt x="18097" y="4000"/>
                        <a:pt x="18097"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1" name="Google Shape;861;p28"/>
                <p:cNvSpPr/>
                <p:nvPr/>
              </p:nvSpPr>
              <p:spPr>
                <a:xfrm>
                  <a:off x="6669881" y="4697730"/>
                  <a:ext cx="18097" cy="18097"/>
                </a:xfrm>
                <a:custGeom>
                  <a:avLst/>
                  <a:gdLst/>
                  <a:ahLst/>
                  <a:cxnLst/>
                  <a:rect l="l" t="t" r="r" b="b"/>
                  <a:pathLst>
                    <a:path w="18097" h="18097" extrusionOk="0">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2" name="Google Shape;862;p28"/>
                <p:cNvSpPr/>
                <p:nvPr/>
              </p:nvSpPr>
              <p:spPr>
                <a:xfrm>
                  <a:off x="6708838" y="4697730"/>
                  <a:ext cx="18097" cy="18097"/>
                </a:xfrm>
                <a:custGeom>
                  <a:avLst/>
                  <a:gdLst/>
                  <a:ahLst/>
                  <a:cxnLst/>
                  <a:rect l="l" t="t" r="r" b="b"/>
                  <a:pathLst>
                    <a:path w="18097" h="18097" extrusionOk="0">
                      <a:moveTo>
                        <a:pt x="18097" y="9049"/>
                      </a:moveTo>
                      <a:cubicBezTo>
                        <a:pt x="18097" y="14002"/>
                        <a:pt x="14097" y="18097"/>
                        <a:pt x="9048" y="18097"/>
                      </a:cubicBezTo>
                      <a:cubicBezTo>
                        <a:pt x="4000" y="18097"/>
                        <a:pt x="0" y="14097"/>
                        <a:pt x="0" y="9049"/>
                      </a:cubicBezTo>
                      <a:cubicBezTo>
                        <a:pt x="0" y="4000"/>
                        <a:pt x="4000" y="0"/>
                        <a:pt x="9048" y="0"/>
                      </a:cubicBezTo>
                      <a:cubicBezTo>
                        <a:pt x="14097" y="0"/>
                        <a:pt x="18097" y="4000"/>
                        <a:pt x="18097"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863" name="Google Shape;863;p28"/>
              <p:cNvSpPr/>
              <p:nvPr/>
            </p:nvSpPr>
            <p:spPr>
              <a:xfrm>
                <a:off x="6548699" y="3046960"/>
                <a:ext cx="1089050" cy="8572"/>
              </a:xfrm>
              <a:custGeom>
                <a:avLst/>
                <a:gdLst/>
                <a:ahLst/>
                <a:cxnLst/>
                <a:rect l="l" t="t" r="r" b="b"/>
                <a:pathLst>
                  <a:path w="1210055" h="9525" extrusionOk="0">
                    <a:moveTo>
                      <a:pt x="0" y="0"/>
                    </a:moveTo>
                    <a:lnTo>
                      <a:pt x="1210056" y="0"/>
                    </a:lnTo>
                  </a:path>
                </a:pathLst>
              </a:custGeom>
              <a:noFill/>
              <a:ln w="17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64" name="Google Shape;864;p28"/>
              <p:cNvGrpSpPr/>
              <p:nvPr/>
            </p:nvGrpSpPr>
            <p:grpSpPr>
              <a:xfrm>
                <a:off x="6505708" y="2659414"/>
                <a:ext cx="413779" cy="413778"/>
                <a:chOff x="5989605" y="4706493"/>
                <a:chExt cx="459295" cy="459294"/>
              </a:xfrm>
            </p:grpSpPr>
            <p:grpSp>
              <p:nvGrpSpPr>
                <p:cNvPr id="865" name="Google Shape;865;p28"/>
                <p:cNvGrpSpPr/>
                <p:nvPr/>
              </p:nvGrpSpPr>
              <p:grpSpPr>
                <a:xfrm>
                  <a:off x="6001893" y="4718780"/>
                  <a:ext cx="444150" cy="444151"/>
                  <a:chOff x="6001893" y="4718780"/>
                  <a:chExt cx="444150" cy="444151"/>
                </a:xfrm>
              </p:grpSpPr>
              <p:sp>
                <p:nvSpPr>
                  <p:cNvPr id="866" name="Google Shape;866;p28"/>
                  <p:cNvSpPr/>
                  <p:nvPr/>
                </p:nvSpPr>
                <p:spPr>
                  <a:xfrm>
                    <a:off x="6017418" y="5153406"/>
                    <a:ext cx="388048" cy="9525"/>
                  </a:xfrm>
                  <a:custGeom>
                    <a:avLst/>
                    <a:gdLst/>
                    <a:ahLst/>
                    <a:cxnLst/>
                    <a:rect l="l" t="t" r="r" b="b"/>
                    <a:pathLst>
                      <a:path w="388048" h="9525" extrusionOk="0">
                        <a:moveTo>
                          <a:pt x="388048" y="0"/>
                        </a:moveTo>
                        <a:lnTo>
                          <a:pt x="0" y="0"/>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7" name="Google Shape;867;p28"/>
                  <p:cNvSpPr/>
                  <p:nvPr/>
                </p:nvSpPr>
                <p:spPr>
                  <a:xfrm>
                    <a:off x="6001893" y="4734306"/>
                    <a:ext cx="9525" cy="388048"/>
                  </a:xfrm>
                  <a:custGeom>
                    <a:avLst/>
                    <a:gdLst/>
                    <a:ahLst/>
                    <a:cxnLst/>
                    <a:rect l="l" t="t" r="r" b="b"/>
                    <a:pathLst>
                      <a:path w="9525" h="388048" extrusionOk="0">
                        <a:moveTo>
                          <a:pt x="0" y="388049"/>
                        </a:moveTo>
                        <a:lnTo>
                          <a:pt x="0" y="0"/>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8" name="Google Shape;868;p28"/>
                  <p:cNvSpPr/>
                  <p:nvPr/>
                </p:nvSpPr>
                <p:spPr>
                  <a:xfrm>
                    <a:off x="6032944" y="4718780"/>
                    <a:ext cx="388048" cy="9525"/>
                  </a:xfrm>
                  <a:custGeom>
                    <a:avLst/>
                    <a:gdLst/>
                    <a:ahLst/>
                    <a:cxnLst/>
                    <a:rect l="l" t="t" r="r" b="b"/>
                    <a:pathLst>
                      <a:path w="388048" h="9525" extrusionOk="0">
                        <a:moveTo>
                          <a:pt x="0" y="0"/>
                        </a:moveTo>
                        <a:lnTo>
                          <a:pt x="388048" y="0"/>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9" name="Google Shape;869;p28"/>
                  <p:cNvSpPr/>
                  <p:nvPr/>
                </p:nvSpPr>
                <p:spPr>
                  <a:xfrm>
                    <a:off x="6436518" y="4749831"/>
                    <a:ext cx="9525" cy="388048"/>
                  </a:xfrm>
                  <a:custGeom>
                    <a:avLst/>
                    <a:gdLst/>
                    <a:ahLst/>
                    <a:cxnLst/>
                    <a:rect l="l" t="t" r="r" b="b"/>
                    <a:pathLst>
                      <a:path w="9525" h="388048" extrusionOk="0">
                        <a:moveTo>
                          <a:pt x="0" y="0"/>
                        </a:moveTo>
                        <a:lnTo>
                          <a:pt x="0" y="388049"/>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70" name="Google Shape;870;p28"/>
                <p:cNvGrpSpPr/>
                <p:nvPr/>
              </p:nvGrpSpPr>
              <p:grpSpPr>
                <a:xfrm>
                  <a:off x="5989605" y="4706493"/>
                  <a:ext cx="459295" cy="459294"/>
                  <a:chOff x="5989605" y="4706493"/>
                  <a:chExt cx="459295" cy="459294"/>
                </a:xfrm>
              </p:grpSpPr>
              <p:grpSp>
                <p:nvGrpSpPr>
                  <p:cNvPr id="871" name="Google Shape;871;p28"/>
                  <p:cNvGrpSpPr/>
                  <p:nvPr/>
                </p:nvGrpSpPr>
                <p:grpSpPr>
                  <a:xfrm>
                    <a:off x="5989605" y="4706493"/>
                    <a:ext cx="459295" cy="24669"/>
                    <a:chOff x="5989605" y="4706493"/>
                    <a:chExt cx="459295" cy="24669"/>
                  </a:xfrm>
                </p:grpSpPr>
                <p:sp>
                  <p:nvSpPr>
                    <p:cNvPr id="872" name="Google Shape;872;p28"/>
                    <p:cNvSpPr/>
                    <p:nvPr/>
                  </p:nvSpPr>
                  <p:spPr>
                    <a:xfrm>
                      <a:off x="5989605" y="4706493"/>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3" name="Google Shape;873;p28"/>
                    <p:cNvSpPr/>
                    <p:nvPr/>
                  </p:nvSpPr>
                  <p:spPr>
                    <a:xfrm>
                      <a:off x="6206871" y="4706493"/>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4" name="Google Shape;874;p28"/>
                    <p:cNvSpPr/>
                    <p:nvPr/>
                  </p:nvSpPr>
                  <p:spPr>
                    <a:xfrm>
                      <a:off x="6424231" y="4706493"/>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75" name="Google Shape;875;p28"/>
                  <p:cNvGrpSpPr/>
                  <p:nvPr/>
                </p:nvGrpSpPr>
                <p:grpSpPr>
                  <a:xfrm>
                    <a:off x="5989605" y="4923758"/>
                    <a:ext cx="459295" cy="24669"/>
                    <a:chOff x="5989605" y="4923758"/>
                    <a:chExt cx="459295" cy="24669"/>
                  </a:xfrm>
                </p:grpSpPr>
                <p:sp>
                  <p:nvSpPr>
                    <p:cNvPr id="876" name="Google Shape;876;p28"/>
                    <p:cNvSpPr/>
                    <p:nvPr/>
                  </p:nvSpPr>
                  <p:spPr>
                    <a:xfrm>
                      <a:off x="5989605" y="492375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7" name="Google Shape;877;p28"/>
                    <p:cNvSpPr/>
                    <p:nvPr/>
                  </p:nvSpPr>
                  <p:spPr>
                    <a:xfrm>
                      <a:off x="6424231" y="492375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78" name="Google Shape;878;p28"/>
                  <p:cNvGrpSpPr/>
                  <p:nvPr/>
                </p:nvGrpSpPr>
                <p:grpSpPr>
                  <a:xfrm>
                    <a:off x="5989605" y="5141118"/>
                    <a:ext cx="459295" cy="24669"/>
                    <a:chOff x="5989605" y="5141118"/>
                    <a:chExt cx="459295" cy="24669"/>
                  </a:xfrm>
                </p:grpSpPr>
                <p:sp>
                  <p:nvSpPr>
                    <p:cNvPr id="879" name="Google Shape;879;p28"/>
                    <p:cNvSpPr/>
                    <p:nvPr/>
                  </p:nvSpPr>
                  <p:spPr>
                    <a:xfrm>
                      <a:off x="5989605" y="514111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0" name="Google Shape;880;p28"/>
                    <p:cNvSpPr/>
                    <p:nvPr/>
                  </p:nvSpPr>
                  <p:spPr>
                    <a:xfrm>
                      <a:off x="6206871" y="514111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1" name="Google Shape;881;p28"/>
                    <p:cNvSpPr/>
                    <p:nvPr/>
                  </p:nvSpPr>
                  <p:spPr>
                    <a:xfrm>
                      <a:off x="6424231" y="514111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grpSp>
          <p:nvGrpSpPr>
            <p:cNvPr id="882" name="Google Shape;882;p28"/>
            <p:cNvGrpSpPr/>
            <p:nvPr/>
          </p:nvGrpSpPr>
          <p:grpSpPr>
            <a:xfrm>
              <a:off x="5248799" y="1817418"/>
              <a:ext cx="479083" cy="595031"/>
              <a:chOff x="5580610" y="1953710"/>
              <a:chExt cx="392498" cy="487491"/>
            </a:xfrm>
          </p:grpSpPr>
          <p:grpSp>
            <p:nvGrpSpPr>
              <p:cNvPr id="883" name="Google Shape;883;p28"/>
              <p:cNvGrpSpPr/>
              <p:nvPr/>
            </p:nvGrpSpPr>
            <p:grpSpPr>
              <a:xfrm>
                <a:off x="5580610" y="1953710"/>
                <a:ext cx="392498" cy="487491"/>
                <a:chOff x="7385113" y="1535430"/>
                <a:chExt cx="435673" cy="541115"/>
              </a:xfrm>
            </p:grpSpPr>
            <p:sp>
              <p:nvSpPr>
                <p:cNvPr id="884" name="Google Shape;884;p28"/>
                <p:cNvSpPr/>
                <p:nvPr/>
              </p:nvSpPr>
              <p:spPr>
                <a:xfrm>
                  <a:off x="7385113" y="1535430"/>
                  <a:ext cx="435673" cy="541115"/>
                </a:xfrm>
                <a:custGeom>
                  <a:avLst/>
                  <a:gdLst/>
                  <a:ahLst/>
                  <a:cxnLst/>
                  <a:rect l="l" t="t" r="r" b="b"/>
                  <a:pathLst>
                    <a:path w="435673" h="541115" extrusionOk="0">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85" name="Google Shape;885;p28"/>
                <p:cNvGrpSpPr/>
                <p:nvPr/>
              </p:nvGrpSpPr>
              <p:grpSpPr>
                <a:xfrm>
                  <a:off x="7612094" y="1566576"/>
                  <a:ext cx="164781" cy="41529"/>
                  <a:chOff x="7612094" y="1566576"/>
                  <a:chExt cx="164781" cy="41529"/>
                </a:xfrm>
              </p:grpSpPr>
              <p:sp>
                <p:nvSpPr>
                  <p:cNvPr id="886" name="Google Shape;886;p28"/>
                  <p:cNvSpPr/>
                  <p:nvPr/>
                </p:nvSpPr>
                <p:spPr>
                  <a:xfrm>
                    <a:off x="7735347" y="1566576"/>
                    <a:ext cx="41528" cy="41529"/>
                  </a:xfrm>
                  <a:custGeom>
                    <a:avLst/>
                    <a:gdLst/>
                    <a:ahLst/>
                    <a:cxnLst/>
                    <a:rect l="l" t="t" r="r" b="b"/>
                    <a:pathLst>
                      <a:path w="41528"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7" name="Google Shape;887;p28"/>
                  <p:cNvSpPr/>
                  <p:nvPr/>
                </p:nvSpPr>
                <p:spPr>
                  <a:xfrm>
                    <a:off x="7673721" y="1566576"/>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8" name="Google Shape;888;p28"/>
                  <p:cNvSpPr/>
                  <p:nvPr/>
                </p:nvSpPr>
                <p:spPr>
                  <a:xfrm>
                    <a:off x="7612094" y="1566576"/>
                    <a:ext cx="41529" cy="41529"/>
                  </a:xfrm>
                  <a:custGeom>
                    <a:avLst/>
                    <a:gdLst/>
                    <a:ahLst/>
                    <a:cxnLst/>
                    <a:rect l="l" t="t" r="r" b="b"/>
                    <a:pathLst>
                      <a:path w="41529"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889" name="Google Shape;889;p28"/>
              <p:cNvGrpSpPr/>
              <p:nvPr/>
            </p:nvGrpSpPr>
            <p:grpSpPr>
              <a:xfrm>
                <a:off x="5612446" y="2047672"/>
                <a:ext cx="323505" cy="338352"/>
                <a:chOff x="7420451" y="1639728"/>
                <a:chExt cx="359091" cy="375571"/>
              </a:xfrm>
            </p:grpSpPr>
            <p:sp>
              <p:nvSpPr>
                <p:cNvPr id="890" name="Google Shape;890;p28"/>
                <p:cNvSpPr/>
                <p:nvPr/>
              </p:nvSpPr>
              <p:spPr>
                <a:xfrm>
                  <a:off x="7420451" y="1852041"/>
                  <a:ext cx="357473" cy="163258"/>
                </a:xfrm>
                <a:custGeom>
                  <a:avLst/>
                  <a:gdLst/>
                  <a:ahLst/>
                  <a:cxnLst/>
                  <a:rect l="l" t="t" r="r" b="b"/>
                  <a:pathLst>
                    <a:path w="357473" h="163258" extrusionOk="0">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1" name="Google Shape;891;p28"/>
                <p:cNvSpPr/>
                <p:nvPr/>
              </p:nvSpPr>
              <p:spPr>
                <a:xfrm>
                  <a:off x="7425594" y="1639728"/>
                  <a:ext cx="353948" cy="180117"/>
                </a:xfrm>
                <a:custGeom>
                  <a:avLst/>
                  <a:gdLst/>
                  <a:ahLst/>
                  <a:cxnLst/>
                  <a:rect l="l" t="t" r="r" b="b"/>
                  <a:pathLst>
                    <a:path w="353948" h="180117" extrusionOk="0">
                      <a:moveTo>
                        <a:pt x="0" y="0"/>
                      </a:moveTo>
                      <a:lnTo>
                        <a:pt x="353949" y="0"/>
                      </a:lnTo>
                      <a:lnTo>
                        <a:pt x="353949" y="180118"/>
                      </a:lnTo>
                      <a:lnTo>
                        <a:pt x="0" y="1801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892" name="Google Shape;892;p28"/>
            <p:cNvGrpSpPr/>
            <p:nvPr/>
          </p:nvGrpSpPr>
          <p:grpSpPr>
            <a:xfrm>
              <a:off x="7810967" y="2543174"/>
              <a:ext cx="1047787" cy="27232"/>
              <a:chOff x="7384446" y="3573113"/>
              <a:chExt cx="952880" cy="24765"/>
            </a:xfrm>
          </p:grpSpPr>
          <p:sp>
            <p:nvSpPr>
              <p:cNvPr id="893" name="Google Shape;893;p28"/>
              <p:cNvSpPr/>
              <p:nvPr/>
            </p:nvSpPr>
            <p:spPr>
              <a:xfrm>
                <a:off x="7396162" y="3585495"/>
                <a:ext cx="929354" cy="9525"/>
              </a:xfrm>
              <a:custGeom>
                <a:avLst/>
                <a:gdLst/>
                <a:ahLst/>
                <a:cxnLst/>
                <a:rect l="l" t="t" r="r" b="b"/>
                <a:pathLst>
                  <a:path w="929354" h="9525" extrusionOk="0">
                    <a:moveTo>
                      <a:pt x="929354" y="0"/>
                    </a:moveTo>
                    <a:lnTo>
                      <a:pt x="0"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4" name="Google Shape;894;p28"/>
              <p:cNvSpPr/>
              <p:nvPr/>
            </p:nvSpPr>
            <p:spPr>
              <a:xfrm>
                <a:off x="8312562" y="3573113"/>
                <a:ext cx="24764" cy="24765"/>
              </a:xfrm>
              <a:custGeom>
                <a:avLst/>
                <a:gdLst/>
                <a:ahLst/>
                <a:cxnLst/>
                <a:rect l="l" t="t" r="r" b="b"/>
                <a:pathLst>
                  <a:path w="24764" h="24765" extrusionOk="0">
                    <a:moveTo>
                      <a:pt x="12382" y="0"/>
                    </a:moveTo>
                    <a:cubicBezTo>
                      <a:pt x="19240" y="0"/>
                      <a:pt x="24765" y="5524"/>
                      <a:pt x="24765" y="12382"/>
                    </a:cubicBezTo>
                    <a:cubicBezTo>
                      <a:pt x="24765" y="19240"/>
                      <a:pt x="19240" y="24765"/>
                      <a:pt x="12382" y="24765"/>
                    </a:cubicBezTo>
                    <a:cubicBezTo>
                      <a:pt x="5524" y="24765"/>
                      <a:pt x="0" y="19240"/>
                      <a:pt x="0" y="12382"/>
                    </a:cubicBezTo>
                    <a:cubicBezTo>
                      <a:pt x="0" y="5524"/>
                      <a:pt x="5524" y="0"/>
                      <a:pt x="12382"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5" name="Google Shape;895;p28"/>
              <p:cNvSpPr/>
              <p:nvPr/>
            </p:nvSpPr>
            <p:spPr>
              <a:xfrm>
                <a:off x="7384446" y="3573113"/>
                <a:ext cx="24764" cy="24765"/>
              </a:xfrm>
              <a:custGeom>
                <a:avLst/>
                <a:gdLst/>
                <a:ahLst/>
                <a:cxnLst/>
                <a:rect l="l" t="t" r="r" b="b"/>
                <a:pathLst>
                  <a:path w="24764" h="24765" extrusionOk="0">
                    <a:moveTo>
                      <a:pt x="12382" y="0"/>
                    </a:moveTo>
                    <a:cubicBezTo>
                      <a:pt x="5524" y="0"/>
                      <a:pt x="0" y="5524"/>
                      <a:pt x="0" y="12382"/>
                    </a:cubicBezTo>
                    <a:cubicBezTo>
                      <a:pt x="0" y="19240"/>
                      <a:pt x="5524" y="24765"/>
                      <a:pt x="12382" y="24765"/>
                    </a:cubicBezTo>
                    <a:cubicBezTo>
                      <a:pt x="19240" y="24765"/>
                      <a:pt x="24765" y="19240"/>
                      <a:pt x="24765" y="12382"/>
                    </a:cubicBezTo>
                    <a:cubicBezTo>
                      <a:pt x="24765" y="5524"/>
                      <a:pt x="19240" y="0"/>
                      <a:pt x="12382"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96" name="Google Shape;896;p28"/>
            <p:cNvGrpSpPr/>
            <p:nvPr/>
          </p:nvGrpSpPr>
          <p:grpSpPr>
            <a:xfrm>
              <a:off x="8348540" y="2013384"/>
              <a:ext cx="657643" cy="856749"/>
              <a:chOff x="-2" y="3134666"/>
              <a:chExt cx="498554" cy="649495"/>
            </a:xfrm>
          </p:grpSpPr>
          <p:grpSp>
            <p:nvGrpSpPr>
              <p:cNvPr id="897" name="Google Shape;897;p28"/>
              <p:cNvGrpSpPr/>
              <p:nvPr/>
            </p:nvGrpSpPr>
            <p:grpSpPr>
              <a:xfrm>
                <a:off x="-2" y="3134666"/>
                <a:ext cx="498554" cy="649495"/>
                <a:chOff x="895350" y="4265199"/>
                <a:chExt cx="598074" cy="779145"/>
              </a:xfrm>
            </p:grpSpPr>
            <p:sp>
              <p:nvSpPr>
                <p:cNvPr id="898" name="Google Shape;898;p28"/>
                <p:cNvSpPr/>
                <p:nvPr/>
              </p:nvSpPr>
              <p:spPr>
                <a:xfrm>
                  <a:off x="895350" y="4265199"/>
                  <a:ext cx="598074" cy="779145"/>
                </a:xfrm>
                <a:custGeom>
                  <a:avLst/>
                  <a:gdLst/>
                  <a:ahLst/>
                  <a:cxnLst/>
                  <a:rect l="l" t="t" r="r" b="b"/>
                  <a:pathLst>
                    <a:path w="598074" h="779145" extrusionOk="0">
                      <a:moveTo>
                        <a:pt x="557022" y="0"/>
                      </a:moveTo>
                      <a:cubicBezTo>
                        <a:pt x="579695" y="0"/>
                        <a:pt x="598075" y="18380"/>
                        <a:pt x="598075" y="41053"/>
                      </a:cubicBezTo>
                      <a:lnTo>
                        <a:pt x="598075" y="738092"/>
                      </a:lnTo>
                      <a:cubicBezTo>
                        <a:pt x="598075" y="760765"/>
                        <a:pt x="579695" y="779145"/>
                        <a:pt x="557022" y="779145"/>
                      </a:cubicBezTo>
                      <a:lnTo>
                        <a:pt x="41053" y="779145"/>
                      </a:lnTo>
                      <a:cubicBezTo>
                        <a:pt x="18380" y="779145"/>
                        <a:pt x="0" y="760765"/>
                        <a:pt x="0" y="738092"/>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99" name="Google Shape;899;p28"/>
                <p:cNvGrpSpPr/>
                <p:nvPr/>
              </p:nvGrpSpPr>
              <p:grpSpPr>
                <a:xfrm>
                  <a:off x="1284732" y="4296441"/>
                  <a:ext cx="164876" cy="41528"/>
                  <a:chOff x="1284732" y="4296441"/>
                  <a:chExt cx="164876" cy="41528"/>
                </a:xfrm>
              </p:grpSpPr>
              <p:sp>
                <p:nvSpPr>
                  <p:cNvPr id="900" name="Google Shape;900;p28"/>
                  <p:cNvSpPr/>
                  <p:nvPr/>
                </p:nvSpPr>
                <p:spPr>
                  <a:xfrm>
                    <a:off x="1408080" y="4296441"/>
                    <a:ext cx="41528" cy="41528"/>
                  </a:xfrm>
                  <a:custGeom>
                    <a:avLst/>
                    <a:gdLst/>
                    <a:ahLst/>
                    <a:cxnLst/>
                    <a:rect l="l" t="t" r="r" b="b"/>
                    <a:pathLst>
                      <a:path w="41528" h="41528" extrusionOk="0">
                        <a:moveTo>
                          <a:pt x="41529" y="20764"/>
                        </a:moveTo>
                        <a:cubicBezTo>
                          <a:pt x="41529" y="32290"/>
                          <a:pt x="32194" y="41529"/>
                          <a:pt x="20764" y="41529"/>
                        </a:cubicBezTo>
                        <a:cubicBezTo>
                          <a:pt x="9334" y="41529"/>
                          <a:pt x="0" y="32195"/>
                          <a:pt x="0" y="20764"/>
                        </a:cubicBezTo>
                        <a:cubicBezTo>
                          <a:pt x="0" y="9334"/>
                          <a:pt x="9334" y="0"/>
                          <a:pt x="20764" y="0"/>
                        </a:cubicBezTo>
                        <a:cubicBezTo>
                          <a:pt x="32194" y="0"/>
                          <a:pt x="41529" y="9334"/>
                          <a:pt x="41529" y="2076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1" name="Google Shape;901;p28"/>
                  <p:cNvSpPr/>
                  <p:nvPr/>
                </p:nvSpPr>
                <p:spPr>
                  <a:xfrm>
                    <a:off x="1346358" y="4296441"/>
                    <a:ext cx="41529" cy="41528"/>
                  </a:xfrm>
                  <a:custGeom>
                    <a:avLst/>
                    <a:gdLst/>
                    <a:ahLst/>
                    <a:cxnLst/>
                    <a:rect l="l" t="t" r="r" b="b"/>
                    <a:pathLst>
                      <a:path w="41529" h="41528" extrusionOk="0">
                        <a:moveTo>
                          <a:pt x="41529" y="20764"/>
                        </a:moveTo>
                        <a:cubicBezTo>
                          <a:pt x="41529" y="32290"/>
                          <a:pt x="32195" y="41529"/>
                          <a:pt x="20765" y="41529"/>
                        </a:cubicBezTo>
                        <a:cubicBezTo>
                          <a:pt x="9335" y="41529"/>
                          <a:pt x="0" y="32195"/>
                          <a:pt x="0" y="20764"/>
                        </a:cubicBezTo>
                        <a:cubicBezTo>
                          <a:pt x="0" y="9334"/>
                          <a:pt x="9335" y="0"/>
                          <a:pt x="20765" y="0"/>
                        </a:cubicBezTo>
                        <a:cubicBezTo>
                          <a:pt x="32195" y="0"/>
                          <a:pt x="41529" y="9334"/>
                          <a:pt x="41529" y="2076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2" name="Google Shape;902;p28"/>
                  <p:cNvSpPr/>
                  <p:nvPr/>
                </p:nvSpPr>
                <p:spPr>
                  <a:xfrm>
                    <a:off x="1284732" y="4296441"/>
                    <a:ext cx="41529" cy="41528"/>
                  </a:xfrm>
                  <a:custGeom>
                    <a:avLst/>
                    <a:gdLst/>
                    <a:ahLst/>
                    <a:cxnLst/>
                    <a:rect l="l" t="t" r="r" b="b"/>
                    <a:pathLst>
                      <a:path w="41529" h="41528" extrusionOk="0">
                        <a:moveTo>
                          <a:pt x="41529" y="20764"/>
                        </a:moveTo>
                        <a:cubicBezTo>
                          <a:pt x="41529" y="32290"/>
                          <a:pt x="32194" y="41529"/>
                          <a:pt x="20765" y="41529"/>
                        </a:cubicBezTo>
                        <a:cubicBezTo>
                          <a:pt x="9334" y="41529"/>
                          <a:pt x="0" y="32195"/>
                          <a:pt x="0" y="20764"/>
                        </a:cubicBezTo>
                        <a:cubicBezTo>
                          <a:pt x="0" y="9334"/>
                          <a:pt x="9334" y="0"/>
                          <a:pt x="20765" y="0"/>
                        </a:cubicBezTo>
                        <a:cubicBezTo>
                          <a:pt x="32194" y="0"/>
                          <a:pt x="41529" y="9334"/>
                          <a:pt x="41529" y="2076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903" name="Google Shape;903;p28"/>
              <p:cNvGrpSpPr/>
              <p:nvPr/>
            </p:nvGrpSpPr>
            <p:grpSpPr>
              <a:xfrm>
                <a:off x="59230" y="3269171"/>
                <a:ext cx="382391" cy="400019"/>
                <a:chOff x="966406" y="4426553"/>
                <a:chExt cx="458723" cy="479869"/>
              </a:xfrm>
            </p:grpSpPr>
            <p:sp>
              <p:nvSpPr>
                <p:cNvPr id="904" name="Google Shape;904;p28"/>
                <p:cNvSpPr/>
                <p:nvPr/>
              </p:nvSpPr>
              <p:spPr>
                <a:xfrm>
                  <a:off x="966406" y="4697825"/>
                  <a:ext cx="456723" cy="208597"/>
                </a:xfrm>
                <a:custGeom>
                  <a:avLst/>
                  <a:gdLst/>
                  <a:ahLst/>
                  <a:cxnLst/>
                  <a:rect l="l" t="t" r="r" b="b"/>
                  <a:pathLst>
                    <a:path w="456723" h="208597" extrusionOk="0">
                      <a:moveTo>
                        <a:pt x="51340" y="93250"/>
                      </a:moveTo>
                      <a:lnTo>
                        <a:pt x="0" y="93250"/>
                      </a:lnTo>
                      <a:lnTo>
                        <a:pt x="0" y="115443"/>
                      </a:lnTo>
                      <a:lnTo>
                        <a:pt x="51340" y="115443"/>
                      </a:lnTo>
                      <a:lnTo>
                        <a:pt x="51340" y="93250"/>
                      </a:lnTo>
                      <a:close/>
                      <a:moveTo>
                        <a:pt x="236601" y="162020"/>
                      </a:moveTo>
                      <a:lnTo>
                        <a:pt x="376904" y="162020"/>
                      </a:lnTo>
                      <a:lnTo>
                        <a:pt x="376904" y="139827"/>
                      </a:lnTo>
                      <a:lnTo>
                        <a:pt x="236601" y="139827"/>
                      </a:lnTo>
                      <a:lnTo>
                        <a:pt x="236601" y="162020"/>
                      </a:lnTo>
                      <a:close/>
                      <a:moveTo>
                        <a:pt x="376809" y="0"/>
                      </a:moveTo>
                      <a:lnTo>
                        <a:pt x="48863" y="0"/>
                      </a:lnTo>
                      <a:lnTo>
                        <a:pt x="48863" y="22193"/>
                      </a:lnTo>
                      <a:lnTo>
                        <a:pt x="376809" y="22193"/>
                      </a:lnTo>
                      <a:lnTo>
                        <a:pt x="376809" y="0"/>
                      </a:lnTo>
                      <a:close/>
                      <a:moveTo>
                        <a:pt x="0" y="208597"/>
                      </a:moveTo>
                      <a:lnTo>
                        <a:pt x="127349" y="208597"/>
                      </a:lnTo>
                      <a:lnTo>
                        <a:pt x="127349" y="186404"/>
                      </a:lnTo>
                      <a:lnTo>
                        <a:pt x="0" y="186404"/>
                      </a:lnTo>
                      <a:lnTo>
                        <a:pt x="0" y="208597"/>
                      </a:lnTo>
                      <a:close/>
                      <a:moveTo>
                        <a:pt x="97917" y="46577"/>
                      </a:moveTo>
                      <a:lnTo>
                        <a:pt x="0" y="46577"/>
                      </a:lnTo>
                      <a:lnTo>
                        <a:pt x="0" y="68771"/>
                      </a:lnTo>
                      <a:lnTo>
                        <a:pt x="97917" y="68771"/>
                      </a:lnTo>
                      <a:lnTo>
                        <a:pt x="97917" y="46577"/>
                      </a:lnTo>
                      <a:close/>
                      <a:moveTo>
                        <a:pt x="67056" y="115348"/>
                      </a:moveTo>
                      <a:lnTo>
                        <a:pt x="265557" y="115348"/>
                      </a:lnTo>
                      <a:lnTo>
                        <a:pt x="265557" y="93154"/>
                      </a:lnTo>
                      <a:lnTo>
                        <a:pt x="67056" y="93154"/>
                      </a:lnTo>
                      <a:lnTo>
                        <a:pt x="67056" y="115348"/>
                      </a:lnTo>
                      <a:close/>
                      <a:moveTo>
                        <a:pt x="210026" y="139732"/>
                      </a:moveTo>
                      <a:lnTo>
                        <a:pt x="0" y="139732"/>
                      </a:lnTo>
                      <a:lnTo>
                        <a:pt x="0" y="161925"/>
                      </a:lnTo>
                      <a:lnTo>
                        <a:pt x="210122" y="161925"/>
                      </a:lnTo>
                      <a:lnTo>
                        <a:pt x="210122" y="139732"/>
                      </a:lnTo>
                      <a:close/>
                      <a:moveTo>
                        <a:pt x="281369" y="115348"/>
                      </a:moveTo>
                      <a:lnTo>
                        <a:pt x="456724" y="115348"/>
                      </a:lnTo>
                      <a:lnTo>
                        <a:pt x="456724" y="93154"/>
                      </a:lnTo>
                      <a:lnTo>
                        <a:pt x="281369" y="93154"/>
                      </a:lnTo>
                      <a:lnTo>
                        <a:pt x="281369" y="115348"/>
                      </a:lnTo>
                      <a:close/>
                      <a:moveTo>
                        <a:pt x="124397" y="68771"/>
                      </a:moveTo>
                      <a:lnTo>
                        <a:pt x="456629" y="68771"/>
                      </a:lnTo>
                      <a:lnTo>
                        <a:pt x="456629" y="46577"/>
                      </a:lnTo>
                      <a:lnTo>
                        <a:pt x="124397" y="46577"/>
                      </a:lnTo>
                      <a:lnTo>
                        <a:pt x="124397" y="68771"/>
                      </a:lnTo>
                      <a:close/>
                      <a:moveTo>
                        <a:pt x="390144" y="0"/>
                      </a:moveTo>
                      <a:lnTo>
                        <a:pt x="390144" y="22193"/>
                      </a:lnTo>
                      <a:lnTo>
                        <a:pt x="456629" y="22193"/>
                      </a:lnTo>
                      <a:lnTo>
                        <a:pt x="456629" y="0"/>
                      </a:lnTo>
                      <a:lnTo>
                        <a:pt x="390144" y="0"/>
                      </a:lnTo>
                      <a:close/>
                      <a:moveTo>
                        <a:pt x="403289" y="162020"/>
                      </a:moveTo>
                      <a:lnTo>
                        <a:pt x="456629" y="162020"/>
                      </a:lnTo>
                      <a:lnTo>
                        <a:pt x="456629" y="139827"/>
                      </a:lnTo>
                      <a:lnTo>
                        <a:pt x="403289" y="139827"/>
                      </a:lnTo>
                      <a:lnTo>
                        <a:pt x="403289" y="162020"/>
                      </a:lnTo>
                      <a:close/>
                      <a:moveTo>
                        <a:pt x="153734" y="208597"/>
                      </a:moveTo>
                      <a:lnTo>
                        <a:pt x="284893" y="208597"/>
                      </a:lnTo>
                      <a:lnTo>
                        <a:pt x="284893" y="186404"/>
                      </a:lnTo>
                      <a:lnTo>
                        <a:pt x="153734" y="186404"/>
                      </a:lnTo>
                      <a:lnTo>
                        <a:pt x="153734" y="208597"/>
                      </a:lnTo>
                      <a:close/>
                      <a:moveTo>
                        <a:pt x="300704" y="208597"/>
                      </a:moveTo>
                      <a:lnTo>
                        <a:pt x="400622" y="208597"/>
                      </a:lnTo>
                      <a:lnTo>
                        <a:pt x="400622" y="186404"/>
                      </a:lnTo>
                      <a:lnTo>
                        <a:pt x="300704" y="186404"/>
                      </a:lnTo>
                      <a:lnTo>
                        <a:pt x="300704" y="20859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5" name="Google Shape;905;p28"/>
                <p:cNvSpPr/>
                <p:nvPr/>
              </p:nvSpPr>
              <p:spPr>
                <a:xfrm>
                  <a:off x="972883" y="4426553"/>
                  <a:ext cx="452246" cy="230219"/>
                </a:xfrm>
                <a:custGeom>
                  <a:avLst/>
                  <a:gdLst/>
                  <a:ahLst/>
                  <a:cxnLst/>
                  <a:rect l="l" t="t" r="r" b="b"/>
                  <a:pathLst>
                    <a:path w="452246" h="230219" extrusionOk="0">
                      <a:moveTo>
                        <a:pt x="0" y="0"/>
                      </a:moveTo>
                      <a:lnTo>
                        <a:pt x="452247" y="0"/>
                      </a:lnTo>
                      <a:lnTo>
                        <a:pt x="452247" y="230219"/>
                      </a:lnTo>
                      <a:lnTo>
                        <a:pt x="0" y="23021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906" name="Google Shape;906;p28"/>
            <p:cNvGrpSpPr/>
            <p:nvPr/>
          </p:nvGrpSpPr>
          <p:grpSpPr>
            <a:xfrm>
              <a:off x="5165167" y="2950875"/>
              <a:ext cx="645598" cy="1166771"/>
              <a:chOff x="5165167" y="2950875"/>
              <a:chExt cx="645598" cy="1166771"/>
            </a:xfrm>
          </p:grpSpPr>
          <p:grpSp>
            <p:nvGrpSpPr>
              <p:cNvPr id="907" name="Google Shape;907;p28"/>
              <p:cNvGrpSpPr/>
              <p:nvPr/>
            </p:nvGrpSpPr>
            <p:grpSpPr>
              <a:xfrm>
                <a:off x="5165167" y="2950875"/>
                <a:ext cx="645598" cy="1166771"/>
                <a:chOff x="1024660" y="3708890"/>
                <a:chExt cx="489423" cy="884520"/>
              </a:xfrm>
            </p:grpSpPr>
            <p:grpSp>
              <p:nvGrpSpPr>
                <p:cNvPr id="908" name="Google Shape;908;p28"/>
                <p:cNvGrpSpPr/>
                <p:nvPr/>
              </p:nvGrpSpPr>
              <p:grpSpPr>
                <a:xfrm>
                  <a:off x="1024660" y="3708890"/>
                  <a:ext cx="489423" cy="884520"/>
                  <a:chOff x="2124551" y="4954047"/>
                  <a:chExt cx="587120" cy="1061085"/>
                </a:xfrm>
              </p:grpSpPr>
              <p:sp>
                <p:nvSpPr>
                  <p:cNvPr id="909" name="Google Shape;909;p28"/>
                  <p:cNvSpPr/>
                  <p:nvPr/>
                </p:nvSpPr>
                <p:spPr>
                  <a:xfrm>
                    <a:off x="2124551" y="4954047"/>
                    <a:ext cx="587120" cy="1061085"/>
                  </a:xfrm>
                  <a:custGeom>
                    <a:avLst/>
                    <a:gdLst/>
                    <a:ahLst/>
                    <a:cxnLst/>
                    <a:rect l="l" t="t" r="r" b="b"/>
                    <a:pathLst>
                      <a:path w="587120" h="1061085" extrusionOk="0">
                        <a:moveTo>
                          <a:pt x="91440" y="0"/>
                        </a:moveTo>
                        <a:lnTo>
                          <a:pt x="495681" y="0"/>
                        </a:lnTo>
                        <a:cubicBezTo>
                          <a:pt x="546163" y="0"/>
                          <a:pt x="587121" y="40958"/>
                          <a:pt x="587121" y="91440"/>
                        </a:cubicBezTo>
                        <a:lnTo>
                          <a:pt x="587121" y="969645"/>
                        </a:lnTo>
                        <a:cubicBezTo>
                          <a:pt x="587121" y="1020128"/>
                          <a:pt x="546163" y="1061085"/>
                          <a:pt x="495681" y="1061085"/>
                        </a:cubicBezTo>
                        <a:lnTo>
                          <a:pt x="91440" y="1061085"/>
                        </a:lnTo>
                        <a:cubicBezTo>
                          <a:pt x="40958" y="1061085"/>
                          <a:pt x="0" y="1020128"/>
                          <a:pt x="0" y="969645"/>
                        </a:cubicBezTo>
                        <a:lnTo>
                          <a:pt x="0" y="91440"/>
                        </a:lnTo>
                        <a:cubicBezTo>
                          <a:pt x="0" y="40958"/>
                          <a:pt x="40958" y="0"/>
                          <a:pt x="91440"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0" name="Google Shape;910;p28"/>
                  <p:cNvSpPr/>
                  <p:nvPr/>
                </p:nvSpPr>
                <p:spPr>
                  <a:xfrm>
                    <a:off x="2339530" y="4987099"/>
                    <a:ext cx="157162" cy="25527"/>
                  </a:xfrm>
                  <a:custGeom>
                    <a:avLst/>
                    <a:gdLst/>
                    <a:ahLst/>
                    <a:cxnLst/>
                    <a:rect l="l" t="t" r="r" b="b"/>
                    <a:pathLst>
                      <a:path w="157162" h="25527" extrusionOk="0">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911" name="Google Shape;911;p28"/>
                <p:cNvSpPr/>
                <p:nvPr/>
              </p:nvSpPr>
              <p:spPr>
                <a:xfrm>
                  <a:off x="1059199" y="3818860"/>
                  <a:ext cx="419712" cy="647607"/>
                </a:xfrm>
                <a:custGeom>
                  <a:avLst/>
                  <a:gdLst/>
                  <a:ahLst/>
                  <a:cxnLst/>
                  <a:rect l="l" t="t" r="r" b="b"/>
                  <a:pathLst>
                    <a:path w="504158" h="777906" extrusionOk="0">
                      <a:moveTo>
                        <a:pt x="0" y="0"/>
                      </a:moveTo>
                      <a:lnTo>
                        <a:pt x="504158" y="0"/>
                      </a:lnTo>
                      <a:lnTo>
                        <a:pt x="504158" y="777907"/>
                      </a:lnTo>
                      <a:lnTo>
                        <a:pt x="0" y="777907"/>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912" name="Google Shape;912;p28"/>
                <p:cNvGrpSpPr/>
                <p:nvPr/>
              </p:nvGrpSpPr>
              <p:grpSpPr>
                <a:xfrm>
                  <a:off x="1108189" y="4182116"/>
                  <a:ext cx="322524" cy="131011"/>
                  <a:chOff x="2224754" y="5521737"/>
                  <a:chExt cx="386905" cy="157163"/>
                </a:xfrm>
              </p:grpSpPr>
              <p:grpSp>
                <p:nvGrpSpPr>
                  <p:cNvPr id="913" name="Google Shape;913;p28"/>
                  <p:cNvGrpSpPr/>
                  <p:nvPr/>
                </p:nvGrpSpPr>
                <p:grpSpPr>
                  <a:xfrm>
                    <a:off x="2224754" y="5521737"/>
                    <a:ext cx="386905" cy="157163"/>
                    <a:chOff x="2224754" y="5521737"/>
                    <a:chExt cx="386905" cy="157163"/>
                  </a:xfrm>
                </p:grpSpPr>
                <p:grpSp>
                  <p:nvGrpSpPr>
                    <p:cNvPr id="914" name="Google Shape;914;p28"/>
                    <p:cNvGrpSpPr/>
                    <p:nvPr/>
                  </p:nvGrpSpPr>
                  <p:grpSpPr>
                    <a:xfrm>
                      <a:off x="2224754" y="5521737"/>
                      <a:ext cx="386905" cy="65532"/>
                      <a:chOff x="2224754" y="5521737"/>
                      <a:chExt cx="386905" cy="65532"/>
                    </a:xfrm>
                  </p:grpSpPr>
                  <p:sp>
                    <p:nvSpPr>
                      <p:cNvPr id="915" name="Google Shape;915;p28"/>
                      <p:cNvSpPr/>
                      <p:nvPr/>
                    </p:nvSpPr>
                    <p:spPr>
                      <a:xfrm>
                        <a:off x="2224754" y="5521737"/>
                        <a:ext cx="386905" cy="65532"/>
                      </a:xfrm>
                      <a:custGeom>
                        <a:avLst/>
                        <a:gdLst/>
                        <a:ahLst/>
                        <a:cxnLst/>
                        <a:rect l="l" t="t" r="r" b="b"/>
                        <a:pathLst>
                          <a:path w="386905" h="65532" extrusionOk="0">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6" name="Google Shape;916;p28"/>
                      <p:cNvSpPr/>
                      <p:nvPr/>
                    </p:nvSpPr>
                    <p:spPr>
                      <a:xfrm>
                        <a:off x="2237422" y="5534405"/>
                        <a:ext cx="374141" cy="52864"/>
                      </a:xfrm>
                      <a:custGeom>
                        <a:avLst/>
                        <a:gdLst/>
                        <a:ahLst/>
                        <a:cxnLst/>
                        <a:rect l="l" t="t" r="r" b="b"/>
                        <a:pathLst>
                          <a:path w="374141" h="52864" extrusionOk="0">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17" name="Google Shape;917;p28"/>
                    <p:cNvGrpSpPr/>
                    <p:nvPr/>
                  </p:nvGrpSpPr>
                  <p:grpSpPr>
                    <a:xfrm>
                      <a:off x="2224754" y="5613368"/>
                      <a:ext cx="386905" cy="65532"/>
                      <a:chOff x="2224754" y="5613368"/>
                      <a:chExt cx="386905" cy="65532"/>
                    </a:xfrm>
                  </p:grpSpPr>
                  <p:sp>
                    <p:nvSpPr>
                      <p:cNvPr id="918" name="Google Shape;918;p28"/>
                      <p:cNvSpPr/>
                      <p:nvPr/>
                    </p:nvSpPr>
                    <p:spPr>
                      <a:xfrm>
                        <a:off x="2224754" y="5613368"/>
                        <a:ext cx="386905" cy="65532"/>
                      </a:xfrm>
                      <a:custGeom>
                        <a:avLst/>
                        <a:gdLst/>
                        <a:ahLst/>
                        <a:cxnLst/>
                        <a:rect l="l" t="t" r="r" b="b"/>
                        <a:pathLst>
                          <a:path w="386905" h="65532" extrusionOk="0">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9" name="Google Shape;919;p28"/>
                      <p:cNvSpPr/>
                      <p:nvPr/>
                    </p:nvSpPr>
                    <p:spPr>
                      <a:xfrm>
                        <a:off x="2237422" y="5626036"/>
                        <a:ext cx="374141" cy="52864"/>
                      </a:xfrm>
                      <a:custGeom>
                        <a:avLst/>
                        <a:gdLst/>
                        <a:ahLst/>
                        <a:cxnLst/>
                        <a:rect l="l" t="t" r="r" b="b"/>
                        <a:pathLst>
                          <a:path w="374141" h="52864" extrusionOk="0">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920" name="Google Shape;920;p28"/>
                  <p:cNvGrpSpPr/>
                  <p:nvPr/>
                </p:nvGrpSpPr>
                <p:grpSpPr>
                  <a:xfrm>
                    <a:off x="2336863" y="5554217"/>
                    <a:ext cx="177355" cy="15050"/>
                    <a:chOff x="2336863" y="5554217"/>
                    <a:chExt cx="177355" cy="15050"/>
                  </a:xfrm>
                </p:grpSpPr>
                <p:sp>
                  <p:nvSpPr>
                    <p:cNvPr id="921" name="Google Shape;921;p28"/>
                    <p:cNvSpPr/>
                    <p:nvPr/>
                  </p:nvSpPr>
                  <p:spPr>
                    <a:xfrm>
                      <a:off x="2336863" y="5554218"/>
                      <a:ext cx="15049" cy="15049"/>
                    </a:xfrm>
                    <a:custGeom>
                      <a:avLst/>
                      <a:gdLst/>
                      <a:ahLst/>
                      <a:cxnLst/>
                      <a:rect l="l" t="t" r="r" b="b"/>
                      <a:pathLst>
                        <a:path w="15049" h="15049" extrusionOk="0">
                          <a:moveTo>
                            <a:pt x="15049" y="7524"/>
                          </a:moveTo>
                          <a:cubicBezTo>
                            <a:pt x="15049" y="11680"/>
                            <a:pt x="11681"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2" name="Google Shape;922;p28"/>
                    <p:cNvSpPr/>
                    <p:nvPr/>
                  </p:nvSpPr>
                  <p:spPr>
                    <a:xfrm>
                      <a:off x="2377440" y="5554217"/>
                      <a:ext cx="15049" cy="15049"/>
                    </a:xfrm>
                    <a:custGeom>
                      <a:avLst/>
                      <a:gdLst/>
                      <a:ahLst/>
                      <a:cxnLst/>
                      <a:rect l="l" t="t" r="r" b="b"/>
                      <a:pathLst>
                        <a:path w="15049" h="15049" extrusionOk="0">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3" name="Google Shape;923;p28"/>
                    <p:cNvSpPr/>
                    <p:nvPr/>
                  </p:nvSpPr>
                  <p:spPr>
                    <a:xfrm>
                      <a:off x="2418016" y="5554217"/>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4" name="Google Shape;924;p28"/>
                    <p:cNvSpPr/>
                    <p:nvPr/>
                  </p:nvSpPr>
                  <p:spPr>
                    <a:xfrm>
                      <a:off x="2458593" y="5554218"/>
                      <a:ext cx="15049" cy="15049"/>
                    </a:xfrm>
                    <a:custGeom>
                      <a:avLst/>
                      <a:gdLst/>
                      <a:ahLst/>
                      <a:cxnLst/>
                      <a:rect l="l" t="t" r="r" b="b"/>
                      <a:pathLst>
                        <a:path w="15049" h="15049" extrusionOk="0">
                          <a:moveTo>
                            <a:pt x="15049" y="7524"/>
                          </a:moveTo>
                          <a:cubicBezTo>
                            <a:pt x="15049" y="11680"/>
                            <a:pt x="11680"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5" name="Google Shape;925;p28"/>
                    <p:cNvSpPr/>
                    <p:nvPr/>
                  </p:nvSpPr>
                  <p:spPr>
                    <a:xfrm>
                      <a:off x="2499169" y="5554217"/>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26" name="Google Shape;926;p28"/>
                  <p:cNvGrpSpPr/>
                  <p:nvPr/>
                </p:nvGrpSpPr>
                <p:grpSpPr>
                  <a:xfrm>
                    <a:off x="2336863" y="5641848"/>
                    <a:ext cx="177355" cy="15049"/>
                    <a:chOff x="2336863" y="5641848"/>
                    <a:chExt cx="177355" cy="15049"/>
                  </a:xfrm>
                </p:grpSpPr>
                <p:sp>
                  <p:nvSpPr>
                    <p:cNvPr id="927" name="Google Shape;927;p28"/>
                    <p:cNvSpPr/>
                    <p:nvPr/>
                  </p:nvSpPr>
                  <p:spPr>
                    <a:xfrm>
                      <a:off x="2336863"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8" name="Google Shape;928;p28"/>
                    <p:cNvSpPr/>
                    <p:nvPr/>
                  </p:nvSpPr>
                  <p:spPr>
                    <a:xfrm>
                      <a:off x="2377440" y="5641848"/>
                      <a:ext cx="15049" cy="15049"/>
                    </a:xfrm>
                    <a:custGeom>
                      <a:avLst/>
                      <a:gdLst/>
                      <a:ahLst/>
                      <a:cxnLst/>
                      <a:rect l="l" t="t" r="r" b="b"/>
                      <a:pathLst>
                        <a:path w="15049" h="15049" extrusionOk="0">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9" name="Google Shape;929;p28"/>
                    <p:cNvSpPr/>
                    <p:nvPr/>
                  </p:nvSpPr>
                  <p:spPr>
                    <a:xfrm>
                      <a:off x="2418016"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0" name="Google Shape;930;p28"/>
                    <p:cNvSpPr/>
                    <p:nvPr/>
                  </p:nvSpPr>
                  <p:spPr>
                    <a:xfrm>
                      <a:off x="2458592"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1" name="Google Shape;931;p28"/>
                    <p:cNvSpPr/>
                    <p:nvPr/>
                  </p:nvSpPr>
                  <p:spPr>
                    <a:xfrm>
                      <a:off x="2499169"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932" name="Google Shape;932;p28"/>
                <p:cNvGrpSpPr/>
                <p:nvPr/>
              </p:nvGrpSpPr>
              <p:grpSpPr>
                <a:xfrm>
                  <a:off x="1161625" y="3903897"/>
                  <a:ext cx="215413" cy="215333"/>
                  <a:chOff x="2288857" y="5187981"/>
                  <a:chExt cx="258413" cy="258317"/>
                </a:xfrm>
              </p:grpSpPr>
              <p:sp>
                <p:nvSpPr>
                  <p:cNvPr id="933" name="Google Shape;933;p28"/>
                  <p:cNvSpPr/>
                  <p:nvPr/>
                </p:nvSpPr>
                <p:spPr>
                  <a:xfrm>
                    <a:off x="2288857" y="5187981"/>
                    <a:ext cx="258413" cy="258317"/>
                  </a:xfrm>
                  <a:custGeom>
                    <a:avLst/>
                    <a:gdLst/>
                    <a:ahLst/>
                    <a:cxnLst/>
                    <a:rect l="l" t="t" r="r" b="b"/>
                    <a:pathLst>
                      <a:path w="258413" h="258317" extrusionOk="0">
                        <a:moveTo>
                          <a:pt x="258413" y="129159"/>
                        </a:moveTo>
                        <a:cubicBezTo>
                          <a:pt x="258413" y="159544"/>
                          <a:pt x="247936" y="187452"/>
                          <a:pt x="230410" y="209454"/>
                        </a:cubicBezTo>
                        <a:cubicBezTo>
                          <a:pt x="206692" y="239268"/>
                          <a:pt x="170212" y="258318"/>
                          <a:pt x="129159" y="258318"/>
                        </a:cubicBezTo>
                        <a:cubicBezTo>
                          <a:pt x="88106" y="258318"/>
                          <a:pt x="51625" y="239268"/>
                          <a:pt x="28004" y="209454"/>
                        </a:cubicBezTo>
                        <a:cubicBezTo>
                          <a:pt x="27337" y="208597"/>
                          <a:pt x="26670" y="207740"/>
                          <a:pt x="26003" y="206788"/>
                        </a:cubicBezTo>
                        <a:cubicBezTo>
                          <a:pt x="9716" y="185166"/>
                          <a:pt x="0" y="158305"/>
                          <a:pt x="0" y="129159"/>
                        </a:cubicBezTo>
                        <a:cubicBezTo>
                          <a:pt x="0" y="57817"/>
                          <a:pt x="57817" y="0"/>
                          <a:pt x="129159" y="0"/>
                        </a:cubicBezTo>
                        <a:cubicBezTo>
                          <a:pt x="176784" y="0"/>
                          <a:pt x="218313" y="25717"/>
                          <a:pt x="240697" y="64008"/>
                        </a:cubicBezTo>
                        <a:cubicBezTo>
                          <a:pt x="251936" y="83153"/>
                          <a:pt x="258318" y="105442"/>
                          <a:pt x="258318" y="12915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4" name="Google Shape;934;p28"/>
                  <p:cNvSpPr/>
                  <p:nvPr/>
                </p:nvSpPr>
                <p:spPr>
                  <a:xfrm>
                    <a:off x="2316956" y="5234082"/>
                    <a:ext cx="202501" cy="212216"/>
                  </a:xfrm>
                  <a:custGeom>
                    <a:avLst/>
                    <a:gdLst/>
                    <a:ahLst/>
                    <a:cxnLst/>
                    <a:rect l="l" t="t" r="r" b="b"/>
                    <a:pathLst>
                      <a:path w="202501" h="212216" extrusionOk="0">
                        <a:moveTo>
                          <a:pt x="202406" y="163353"/>
                        </a:moveTo>
                        <a:cubicBezTo>
                          <a:pt x="178689" y="193167"/>
                          <a:pt x="142208" y="212217"/>
                          <a:pt x="101155" y="212217"/>
                        </a:cubicBezTo>
                        <a:cubicBezTo>
                          <a:pt x="60103" y="212217"/>
                          <a:pt x="23622" y="193167"/>
                          <a:pt x="0" y="163353"/>
                        </a:cubicBezTo>
                        <a:cubicBezTo>
                          <a:pt x="9525" y="122682"/>
                          <a:pt x="42958" y="91249"/>
                          <a:pt x="84677" y="84582"/>
                        </a:cubicBezTo>
                        <a:cubicBezTo>
                          <a:pt x="68675" y="78010"/>
                          <a:pt x="57341" y="62293"/>
                          <a:pt x="57341" y="43910"/>
                        </a:cubicBezTo>
                        <a:cubicBezTo>
                          <a:pt x="57341" y="19717"/>
                          <a:pt x="76962" y="0"/>
                          <a:pt x="101251" y="0"/>
                        </a:cubicBezTo>
                        <a:cubicBezTo>
                          <a:pt x="125539" y="0"/>
                          <a:pt x="145161" y="19717"/>
                          <a:pt x="145161" y="43910"/>
                        </a:cubicBezTo>
                        <a:cubicBezTo>
                          <a:pt x="145161" y="62293"/>
                          <a:pt x="133826" y="78010"/>
                          <a:pt x="117824" y="84582"/>
                        </a:cubicBezTo>
                        <a:cubicBezTo>
                          <a:pt x="159544" y="91249"/>
                          <a:pt x="192976" y="122682"/>
                          <a:pt x="202501" y="16335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935" name="Google Shape;935;p28"/>
              <p:cNvSpPr/>
              <p:nvPr/>
            </p:nvSpPr>
            <p:spPr>
              <a:xfrm>
                <a:off x="5401558" y="4012919"/>
                <a:ext cx="172878" cy="28080"/>
              </a:xfrm>
              <a:custGeom>
                <a:avLst/>
                <a:gdLst/>
                <a:ahLst/>
                <a:cxnLst/>
                <a:rect l="l" t="t" r="r" b="b"/>
                <a:pathLst>
                  <a:path w="157162" h="25527" extrusionOk="0">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2" name="Google Shape;756;p28">
            <a:extLst>
              <a:ext uri="{FF2B5EF4-FFF2-40B4-BE49-F238E27FC236}">
                <a16:creationId xmlns:a16="http://schemas.microsoft.com/office/drawing/2014/main" id="{20542867-40DE-5FC9-C5B8-8B6B89F98F7B}"/>
              </a:ext>
            </a:extLst>
          </p:cNvPr>
          <p:cNvSpPr txBox="1">
            <a:spLocks/>
          </p:cNvSpPr>
          <p:nvPr/>
        </p:nvSpPr>
        <p:spPr>
          <a:xfrm>
            <a:off x="728725" y="2248886"/>
            <a:ext cx="4523297" cy="23671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Lato"/>
              <a:buNone/>
              <a:defRPr sz="16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endParaRPr lang="en-US" altLang="zh-CN" dirty="0"/>
          </a:p>
          <a:p>
            <a:pPr marL="0" indent="0"/>
            <a:endParaRPr lang="en-US" altLang="zh-CN" dirty="0"/>
          </a:p>
          <a:p>
            <a:pPr marL="0" indent="0"/>
            <a:endParaRPr lang="en-US" altLang="zh-CN" dirty="0"/>
          </a:p>
          <a:p>
            <a:pPr marL="0" indent="0"/>
            <a:endParaRPr lang="en-US" altLang="zh-CN" dirty="0"/>
          </a:p>
          <a:p>
            <a:pPr marL="0" indent="0"/>
            <a:endParaRPr lang="en-US" altLang="zh-CN" dirty="0"/>
          </a:p>
          <a:p>
            <a:pPr marL="0" indent="0"/>
            <a:r>
              <a:rPr lang="en-US" dirty="0"/>
              <a:t>Gu Shucheng U2220288L</a:t>
            </a:r>
          </a:p>
          <a:p>
            <a:pPr marL="0" indent="0"/>
            <a:r>
              <a:rPr lang="en-US" dirty="0"/>
              <a:t>SC4052 Cloud Computing Course Project </a:t>
            </a:r>
          </a:p>
          <a:p>
            <a:pPr marL="0" indent="0"/>
            <a:r>
              <a:rPr lang="en-US" dirty="0"/>
              <a:t>Topic2: Personal Assistant-as-a-Service</a:t>
            </a:r>
          </a:p>
          <a:p>
            <a:pPr marL="0" indent="0"/>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8"/>
        <p:cNvGrpSpPr/>
        <p:nvPr/>
      </p:nvGrpSpPr>
      <p:grpSpPr>
        <a:xfrm>
          <a:off x="0" y="0"/>
          <a:ext cx="0" cy="0"/>
          <a:chOff x="0" y="0"/>
          <a:chExt cx="0" cy="0"/>
        </a:xfrm>
      </p:grpSpPr>
      <p:sp>
        <p:nvSpPr>
          <p:cNvPr id="1110" name="Google Shape;1110;p34"/>
          <p:cNvSpPr txBox="1">
            <a:spLocks noGrp="1"/>
          </p:cNvSpPr>
          <p:nvPr>
            <p:ph type="title"/>
          </p:nvPr>
        </p:nvSpPr>
        <p:spPr>
          <a:xfrm>
            <a:off x="720000" y="445025"/>
            <a:ext cx="3852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Problem and Motivation</a:t>
            </a:r>
            <a:endParaRPr dirty="0"/>
          </a:p>
        </p:txBody>
      </p:sp>
      <p:sp>
        <p:nvSpPr>
          <p:cNvPr id="1112" name="Google Shape;1112;p34"/>
          <p:cNvSpPr txBox="1">
            <a:spLocks noGrp="1"/>
          </p:cNvSpPr>
          <p:nvPr>
            <p:ph type="subTitle" idx="2"/>
          </p:nvPr>
        </p:nvSpPr>
        <p:spPr>
          <a:xfrm>
            <a:off x="665944" y="1462751"/>
            <a:ext cx="3960111" cy="3680749"/>
          </a:xfrm>
          <a:prstGeom prst="rect">
            <a:avLst/>
          </a:prstGeom>
        </p:spPr>
        <p:txBody>
          <a:bodyPr spcFirstLastPara="1" wrap="square" lIns="91425" tIns="91425" rIns="91425" bIns="91425" anchor="t" anchorCtr="0">
            <a:noAutofit/>
          </a:bodyPr>
          <a:lstStyle/>
          <a:p>
            <a:pPr marL="0" indent="0"/>
            <a:r>
              <a:rPr lang="en-US" altLang="zh-CN" dirty="0">
                <a:latin typeface="+mj-lt"/>
              </a:rPr>
              <a:t>Academic PDFs contain summaries, schedules, deadlines, and revision content</a:t>
            </a:r>
            <a:endParaRPr lang="zh-CN" altLang="zh-CN" dirty="0">
              <a:latin typeface="+mj-lt"/>
            </a:endParaRPr>
          </a:p>
          <a:p>
            <a:pPr marL="0" indent="0"/>
            <a:endParaRPr lang="en-US" altLang="zh-CN" dirty="0">
              <a:latin typeface="+mj-lt"/>
            </a:endParaRPr>
          </a:p>
          <a:p>
            <a:pPr marL="0" indent="0"/>
            <a:r>
              <a:rPr lang="en-US" altLang="zh-CN" dirty="0">
                <a:latin typeface="+mj-lt"/>
              </a:rPr>
              <a:t>Useful outputs usually require several disconnected steps</a:t>
            </a:r>
            <a:endParaRPr lang="zh-CN" altLang="zh-CN" dirty="0">
              <a:latin typeface="+mj-lt"/>
            </a:endParaRPr>
          </a:p>
          <a:p>
            <a:pPr marL="171450" indent="-171450">
              <a:buFont typeface="Arial" panose="020B0604020202020204" pitchFamily="34" charset="0"/>
              <a:buChar char="•"/>
            </a:pPr>
            <a:r>
              <a:rPr lang="en-US" altLang="zh-CN" dirty="0">
                <a:latin typeface="+mj-lt"/>
              </a:rPr>
              <a:t>Common tasks include:</a:t>
            </a:r>
          </a:p>
          <a:p>
            <a:pPr marL="171450" indent="-171450">
              <a:buFont typeface="Arial" panose="020B0604020202020204" pitchFamily="34" charset="0"/>
              <a:buChar char="•"/>
            </a:pPr>
            <a:r>
              <a:rPr lang="en-US" altLang="zh-CN" dirty="0">
                <a:latin typeface="+mj-lt"/>
              </a:rPr>
              <a:t>understanding the document</a:t>
            </a:r>
            <a:endParaRPr lang="zh-CN" altLang="zh-CN" dirty="0">
              <a:latin typeface="+mj-lt"/>
            </a:endParaRPr>
          </a:p>
          <a:p>
            <a:pPr marL="171450" indent="-171450">
              <a:buFont typeface="Arial" panose="020B0604020202020204" pitchFamily="34" charset="0"/>
              <a:buChar char="•"/>
            </a:pPr>
            <a:r>
              <a:rPr lang="en-US" altLang="zh-CN" dirty="0">
                <a:latin typeface="+mj-lt"/>
              </a:rPr>
              <a:t>extracting key dates</a:t>
            </a:r>
            <a:endParaRPr lang="zh-CN" altLang="zh-CN" dirty="0">
              <a:latin typeface="+mj-lt"/>
            </a:endParaRPr>
          </a:p>
          <a:p>
            <a:pPr marL="171450" indent="-171450">
              <a:buFont typeface="Arial" panose="020B0604020202020204" pitchFamily="34" charset="0"/>
              <a:buChar char="•"/>
            </a:pPr>
            <a:r>
              <a:rPr lang="en-US" altLang="zh-CN" dirty="0">
                <a:latin typeface="+mj-lt"/>
              </a:rPr>
              <a:t>writing study notes</a:t>
            </a:r>
            <a:endParaRPr lang="zh-CN" altLang="zh-CN" dirty="0">
              <a:latin typeface="+mj-lt"/>
            </a:endParaRPr>
          </a:p>
          <a:p>
            <a:pPr marL="171450" indent="-171450">
              <a:buFont typeface="Arial" panose="020B0604020202020204" pitchFamily="34" charset="0"/>
              <a:buChar char="•"/>
            </a:pPr>
            <a:r>
              <a:rPr lang="en-US" altLang="zh-CN" dirty="0">
                <a:latin typeface="+mj-lt"/>
              </a:rPr>
              <a:t>exporting notes</a:t>
            </a:r>
            <a:endParaRPr lang="zh-CN" altLang="zh-CN" dirty="0">
              <a:latin typeface="+mj-lt"/>
            </a:endParaRPr>
          </a:p>
          <a:p>
            <a:pPr marL="171450" indent="-171450">
              <a:buFont typeface="Arial" panose="020B0604020202020204" pitchFamily="34" charset="0"/>
              <a:buChar char="•"/>
            </a:pPr>
            <a:r>
              <a:rPr lang="en-US" altLang="zh-CN" dirty="0">
                <a:latin typeface="+mj-lt"/>
              </a:rPr>
              <a:t>backing up artifacts</a:t>
            </a:r>
            <a:endParaRPr lang="zh-CN" altLang="zh-CN" dirty="0">
              <a:latin typeface="+mj-lt"/>
            </a:endParaRPr>
          </a:p>
          <a:p>
            <a:pPr marL="0" indent="0"/>
            <a:endParaRPr lang="en-US" altLang="zh-CN" dirty="0">
              <a:latin typeface="+mj-lt"/>
            </a:endParaRPr>
          </a:p>
          <a:p>
            <a:pPr marL="0" indent="0"/>
            <a:r>
              <a:rPr lang="en-US" altLang="zh-CN" dirty="0">
                <a:latin typeface="+mj-lt"/>
              </a:rPr>
              <a:t>Existing tools do not provide an integrated academic workflow</a:t>
            </a:r>
            <a:endParaRPr lang="zh-CN" altLang="zh-CN" dirty="0">
              <a:latin typeface="+mj-lt"/>
            </a:endParaRPr>
          </a:p>
          <a:p>
            <a:pPr marL="0" indent="0"/>
            <a:endParaRPr lang="en-US" altLang="zh-CN" dirty="0">
              <a:latin typeface="+mj-lt"/>
            </a:endParaRPr>
          </a:p>
          <a:p>
            <a:pPr marL="0" indent="0"/>
            <a:r>
              <a:rPr lang="en-US" altLang="zh-CN" dirty="0" err="1">
                <a:latin typeface="+mj-lt"/>
              </a:rPr>
              <a:t>LearnPilot</a:t>
            </a:r>
            <a:r>
              <a:rPr lang="en-US" altLang="zh-CN" dirty="0">
                <a:latin typeface="+mj-lt"/>
              </a:rPr>
              <a:t> addresses this by combining conversation, document understanding, note generation, calendar support, export, and cloud upload in one assistant system.</a:t>
            </a:r>
            <a:endParaRPr lang="zh-CN" altLang="zh-CN" dirty="0">
              <a:latin typeface="+mj-lt"/>
            </a:endParaRPr>
          </a:p>
        </p:txBody>
      </p:sp>
      <p:grpSp>
        <p:nvGrpSpPr>
          <p:cNvPr id="1114" name="Google Shape;1114;p34"/>
          <p:cNvGrpSpPr/>
          <p:nvPr/>
        </p:nvGrpSpPr>
        <p:grpSpPr>
          <a:xfrm>
            <a:off x="7658533" y="701383"/>
            <a:ext cx="1187311" cy="624971"/>
            <a:chOff x="3859815" y="2867310"/>
            <a:chExt cx="1262157" cy="664368"/>
          </a:xfrm>
        </p:grpSpPr>
        <p:sp>
          <p:nvSpPr>
            <p:cNvPr id="1115" name="Google Shape;1115;p34"/>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116" name="Google Shape;1116;p34"/>
            <p:cNvGrpSpPr/>
            <p:nvPr/>
          </p:nvGrpSpPr>
          <p:grpSpPr>
            <a:xfrm>
              <a:off x="4275677" y="3065525"/>
              <a:ext cx="334517" cy="380047"/>
              <a:chOff x="4275677" y="3065525"/>
              <a:chExt cx="334517" cy="380047"/>
            </a:xfrm>
          </p:grpSpPr>
          <p:grpSp>
            <p:nvGrpSpPr>
              <p:cNvPr id="1117" name="Google Shape;1117;p34"/>
              <p:cNvGrpSpPr/>
              <p:nvPr/>
            </p:nvGrpSpPr>
            <p:grpSpPr>
              <a:xfrm>
                <a:off x="4275677" y="3065525"/>
                <a:ext cx="334517" cy="380047"/>
                <a:chOff x="4275677" y="3065525"/>
                <a:chExt cx="334517" cy="380047"/>
              </a:xfrm>
            </p:grpSpPr>
            <p:grpSp>
              <p:nvGrpSpPr>
                <p:cNvPr id="1118" name="Google Shape;1118;p34"/>
                <p:cNvGrpSpPr/>
                <p:nvPr/>
              </p:nvGrpSpPr>
              <p:grpSpPr>
                <a:xfrm>
                  <a:off x="4275677" y="3301269"/>
                  <a:ext cx="334422" cy="144303"/>
                  <a:chOff x="4275677" y="3301269"/>
                  <a:chExt cx="334422" cy="144303"/>
                </a:xfrm>
              </p:grpSpPr>
              <p:sp>
                <p:nvSpPr>
                  <p:cNvPr id="1119" name="Google Shape;1119;p34"/>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0" name="Google Shape;1120;p34"/>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1" name="Google Shape;1121;p34"/>
                <p:cNvGrpSpPr/>
                <p:nvPr/>
              </p:nvGrpSpPr>
              <p:grpSpPr>
                <a:xfrm>
                  <a:off x="4275677" y="3183350"/>
                  <a:ext cx="334422" cy="144302"/>
                  <a:chOff x="4275677" y="3183350"/>
                  <a:chExt cx="334422" cy="144302"/>
                </a:xfrm>
              </p:grpSpPr>
              <p:sp>
                <p:nvSpPr>
                  <p:cNvPr id="1122" name="Google Shape;1122;p34"/>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3" name="Google Shape;1123;p34"/>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4" name="Google Shape;1124;p34"/>
                <p:cNvGrpSpPr/>
                <p:nvPr/>
              </p:nvGrpSpPr>
              <p:grpSpPr>
                <a:xfrm>
                  <a:off x="4275677" y="3065525"/>
                  <a:ext cx="334517" cy="144303"/>
                  <a:chOff x="4275677" y="3065525"/>
                  <a:chExt cx="334517" cy="144303"/>
                </a:xfrm>
              </p:grpSpPr>
              <p:sp>
                <p:nvSpPr>
                  <p:cNvPr id="1125" name="Google Shape;1125;p34"/>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6" name="Google Shape;1126;p34"/>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127" name="Google Shape;1127;p34"/>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8" name="Google Shape;1128;p34"/>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9" name="Google Shape;1129;p34"/>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2" name="Google Shape;1110;p34">
            <a:extLst>
              <a:ext uri="{FF2B5EF4-FFF2-40B4-BE49-F238E27FC236}">
                <a16:creationId xmlns:a16="http://schemas.microsoft.com/office/drawing/2014/main" id="{3308EF0A-D995-0A28-02F9-3E27182502D4}"/>
              </a:ext>
            </a:extLst>
          </p:cNvPr>
          <p:cNvSpPr txBox="1">
            <a:spLocks/>
          </p:cNvSpPr>
          <p:nvPr/>
        </p:nvSpPr>
        <p:spPr>
          <a:xfrm>
            <a:off x="4626055" y="450799"/>
            <a:ext cx="3960111" cy="10119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US" dirty="0"/>
              <a:t>Objectives</a:t>
            </a:r>
          </a:p>
        </p:txBody>
      </p:sp>
      <p:sp>
        <p:nvSpPr>
          <p:cNvPr id="3" name="Google Shape;1112;p34">
            <a:extLst>
              <a:ext uri="{FF2B5EF4-FFF2-40B4-BE49-F238E27FC236}">
                <a16:creationId xmlns:a16="http://schemas.microsoft.com/office/drawing/2014/main" id="{4CE21C13-8213-0F62-2C4E-409D93744366}"/>
              </a:ext>
            </a:extLst>
          </p:cNvPr>
          <p:cNvSpPr txBox="1">
            <a:spLocks/>
          </p:cNvSpPr>
          <p:nvPr/>
        </p:nvSpPr>
        <p:spPr>
          <a:xfrm>
            <a:off x="4626055" y="1216772"/>
            <a:ext cx="4325193" cy="368074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9pPr>
          </a:lstStyle>
          <a:p>
            <a:pPr marL="0" indent="0"/>
            <a:endParaRPr lang="en-US" altLang="zh-CN" dirty="0">
              <a:latin typeface="+mj-lt"/>
            </a:endParaRPr>
          </a:p>
          <a:p>
            <a:pPr marL="171450" lvl="0" indent="-171450">
              <a:buFont typeface="Arial" panose="020B0604020202020204" pitchFamily="34" charset="0"/>
              <a:buChar char="•"/>
            </a:pPr>
            <a:r>
              <a:rPr lang="en-US" altLang="zh-CN" dirty="0">
                <a:latin typeface="+mj-lt"/>
              </a:rPr>
              <a:t>Create a modular </a:t>
            </a:r>
            <a:r>
              <a:rPr lang="en-US" altLang="zh-CN" dirty="0" err="1">
                <a:latin typeface="+mj-lt"/>
              </a:rPr>
              <a:t>PAaaS</a:t>
            </a:r>
            <a:r>
              <a:rPr lang="en-US" altLang="zh-CN" dirty="0">
                <a:latin typeface="+mj-lt"/>
              </a:rPr>
              <a:t> system</a:t>
            </a:r>
            <a:endParaRPr lang="zh-CN" altLang="zh-CN" dirty="0">
              <a:latin typeface="+mj-lt"/>
            </a:endParaRPr>
          </a:p>
          <a:p>
            <a:pPr marL="171450" lvl="0" indent="-171450">
              <a:buFont typeface="Arial" panose="020B0604020202020204" pitchFamily="34" charset="0"/>
              <a:buChar char="•"/>
            </a:pPr>
            <a:r>
              <a:rPr lang="en-US" altLang="zh-CN" dirty="0">
                <a:latin typeface="+mj-lt"/>
              </a:rPr>
              <a:t>Use LLM conversation as the main entry point</a:t>
            </a:r>
            <a:endParaRPr lang="zh-CN" altLang="zh-CN" dirty="0">
              <a:latin typeface="+mj-lt"/>
            </a:endParaRPr>
          </a:p>
          <a:p>
            <a:pPr marL="171450" lvl="0" indent="-171450">
              <a:buFont typeface="Arial" panose="020B0604020202020204" pitchFamily="34" charset="0"/>
              <a:buChar char="•"/>
            </a:pPr>
            <a:r>
              <a:rPr lang="en-US" altLang="zh-CN" dirty="0">
                <a:latin typeface="+mj-lt"/>
              </a:rPr>
              <a:t>Use tool calling to support integrated academic task management</a:t>
            </a:r>
            <a:endParaRPr lang="zh-CN" altLang="zh-CN" dirty="0">
              <a:latin typeface="+mj-lt"/>
            </a:endParaRPr>
          </a:p>
          <a:p>
            <a:pPr marL="171450" lvl="0" indent="-171450">
              <a:buFont typeface="Arial" panose="020B0604020202020204" pitchFamily="34" charset="0"/>
              <a:buChar char="•"/>
            </a:pPr>
            <a:r>
              <a:rPr lang="en-US" altLang="zh-CN" dirty="0">
                <a:latin typeface="+mj-lt"/>
              </a:rPr>
              <a:t>Support a continuous workflow for:</a:t>
            </a:r>
            <a:endParaRPr lang="zh-CN" altLang="zh-CN" dirty="0">
              <a:latin typeface="+mj-lt"/>
            </a:endParaRPr>
          </a:p>
          <a:p>
            <a:pPr marL="628650" lvl="2" indent="-171450" algn="l">
              <a:buFont typeface="Arial" panose="020B0604020202020204" pitchFamily="34" charset="0"/>
              <a:buChar char="•"/>
            </a:pPr>
            <a:r>
              <a:rPr lang="en-US" altLang="zh-CN" dirty="0">
                <a:latin typeface="+mj-lt"/>
              </a:rPr>
              <a:t>documents</a:t>
            </a:r>
            <a:endParaRPr lang="zh-CN" altLang="zh-CN" dirty="0">
              <a:latin typeface="+mj-lt"/>
            </a:endParaRPr>
          </a:p>
          <a:p>
            <a:pPr marL="628650" lvl="2" indent="-171450" algn="l">
              <a:buFont typeface="Arial" panose="020B0604020202020204" pitchFamily="34" charset="0"/>
              <a:buChar char="•"/>
            </a:pPr>
            <a:r>
              <a:rPr lang="en-US" altLang="zh-CN" dirty="0">
                <a:latin typeface="+mj-lt"/>
              </a:rPr>
              <a:t>notes</a:t>
            </a:r>
            <a:endParaRPr lang="zh-CN" altLang="zh-CN" dirty="0">
              <a:latin typeface="+mj-lt"/>
            </a:endParaRPr>
          </a:p>
          <a:p>
            <a:pPr marL="628650" lvl="2" indent="-171450" algn="l">
              <a:buFont typeface="Arial" panose="020B0604020202020204" pitchFamily="34" charset="0"/>
              <a:buChar char="•"/>
            </a:pPr>
            <a:r>
              <a:rPr lang="en-US" altLang="zh-CN" dirty="0">
                <a:latin typeface="+mj-lt"/>
              </a:rPr>
              <a:t>calendars</a:t>
            </a:r>
            <a:endParaRPr lang="zh-CN" altLang="zh-CN" dirty="0">
              <a:latin typeface="+mj-lt"/>
            </a:endParaRPr>
          </a:p>
          <a:p>
            <a:pPr marL="628650" lvl="2" indent="-171450" algn="l">
              <a:buFont typeface="Arial" panose="020B0604020202020204" pitchFamily="34" charset="0"/>
              <a:buChar char="•"/>
            </a:pPr>
            <a:r>
              <a:rPr lang="en-US" altLang="zh-CN" dirty="0">
                <a:latin typeface="+mj-lt"/>
              </a:rPr>
              <a:t>exports</a:t>
            </a:r>
            <a:endParaRPr lang="zh-CN" altLang="zh-CN" dirty="0">
              <a:latin typeface="+mj-lt"/>
            </a:endParaRPr>
          </a:p>
          <a:p>
            <a:pPr marL="628650" lvl="2" indent="-171450" algn="l">
              <a:buFont typeface="Arial" panose="020B0604020202020204" pitchFamily="34" charset="0"/>
              <a:buChar char="•"/>
            </a:pPr>
            <a:r>
              <a:rPr lang="en-US" altLang="zh-CN" dirty="0">
                <a:latin typeface="+mj-lt"/>
              </a:rPr>
              <a:t>cloud backup</a:t>
            </a:r>
            <a:endParaRPr lang="zh-CN" altLang="zh-CN" dirty="0">
              <a:latin typeface="+mj-lt"/>
            </a:endParaRPr>
          </a:p>
          <a:p>
            <a:pPr marL="171450" indent="-171450">
              <a:buFont typeface="Arial" panose="020B0604020202020204" pitchFamily="34" charset="0"/>
              <a:buChar char="•"/>
            </a:pPr>
            <a:endParaRPr lang="zh-CN" altLang="zh-CN" dirty="0">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84"/>
        <p:cNvGrpSpPr/>
        <p:nvPr/>
      </p:nvGrpSpPr>
      <p:grpSpPr>
        <a:xfrm>
          <a:off x="0" y="0"/>
          <a:ext cx="0" cy="0"/>
          <a:chOff x="0" y="0"/>
          <a:chExt cx="0" cy="0"/>
        </a:xfrm>
      </p:grpSpPr>
      <p:sp>
        <p:nvSpPr>
          <p:cNvPr id="1385" name="Google Shape;1385;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System Architecture</a:t>
            </a:r>
            <a:endParaRPr dirty="0"/>
          </a:p>
        </p:txBody>
      </p:sp>
      <p:sp>
        <p:nvSpPr>
          <p:cNvPr id="8" name="Google Shape;1112;p34">
            <a:extLst>
              <a:ext uri="{FF2B5EF4-FFF2-40B4-BE49-F238E27FC236}">
                <a16:creationId xmlns:a16="http://schemas.microsoft.com/office/drawing/2014/main" id="{30B86A9D-A658-D512-4E46-A45B6640F9AF}"/>
              </a:ext>
            </a:extLst>
          </p:cNvPr>
          <p:cNvSpPr txBox="1">
            <a:spLocks/>
          </p:cNvSpPr>
          <p:nvPr/>
        </p:nvSpPr>
        <p:spPr>
          <a:xfrm>
            <a:off x="366811" y="1017725"/>
            <a:ext cx="4347882" cy="33721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9pPr>
          </a:lstStyle>
          <a:p>
            <a:pPr lvl="0" indent="-171450">
              <a:buFont typeface="Arial" panose="020B0604020202020204" pitchFamily="34" charset="0"/>
              <a:buChar char="•"/>
            </a:pPr>
            <a:r>
              <a:rPr lang="en-US" altLang="zh-CN" dirty="0">
                <a:latin typeface="+mn-lt"/>
              </a:rPr>
              <a:t>Frontend layer:</a:t>
            </a:r>
            <a:endParaRPr lang="zh-CN" altLang="zh-CN" dirty="0">
              <a:latin typeface="+mn-lt"/>
            </a:endParaRPr>
          </a:p>
          <a:p>
            <a:pPr lvl="1" indent="-171450" algn="l">
              <a:buFont typeface="Arial" panose="020B0604020202020204" pitchFamily="34" charset="0"/>
              <a:buChar char="•"/>
            </a:pPr>
            <a:r>
              <a:rPr lang="en-US" altLang="zh-CN" dirty="0">
                <a:latin typeface="+mn-lt"/>
              </a:rPr>
              <a:t>Next.js web application</a:t>
            </a:r>
            <a:endParaRPr lang="zh-CN" altLang="zh-CN" dirty="0">
              <a:latin typeface="+mn-lt"/>
            </a:endParaRPr>
          </a:p>
          <a:p>
            <a:pPr lvl="1" indent="-171450" algn="l">
              <a:buFont typeface="Arial" panose="020B0604020202020204" pitchFamily="34" charset="0"/>
              <a:buChar char="•"/>
            </a:pPr>
            <a:r>
              <a:rPr lang="en-US" altLang="zh-CN" dirty="0">
                <a:latin typeface="+mn-lt"/>
              </a:rPr>
              <a:t>chat workspace</a:t>
            </a:r>
            <a:endParaRPr lang="zh-CN" altLang="zh-CN" dirty="0">
              <a:latin typeface="+mn-lt"/>
            </a:endParaRPr>
          </a:p>
          <a:p>
            <a:pPr lvl="1" indent="-171450" algn="l">
              <a:buFont typeface="Arial" panose="020B0604020202020204" pitchFamily="34" charset="0"/>
              <a:buChar char="•"/>
            </a:pPr>
            <a:r>
              <a:rPr lang="en-US" altLang="zh-CN" dirty="0">
                <a:latin typeface="+mn-lt"/>
              </a:rPr>
              <a:t>note panel</a:t>
            </a:r>
            <a:endParaRPr lang="zh-CN" altLang="zh-CN" dirty="0">
              <a:latin typeface="+mn-lt"/>
            </a:endParaRPr>
          </a:p>
          <a:p>
            <a:pPr lvl="1" indent="-171450" algn="l">
              <a:buFont typeface="Arial" panose="020B0604020202020204" pitchFamily="34" charset="0"/>
              <a:buChar char="•"/>
            </a:pPr>
            <a:r>
              <a:rPr lang="en-US" altLang="zh-CN" dirty="0">
                <a:latin typeface="+mn-lt"/>
              </a:rPr>
              <a:t>artifact panel</a:t>
            </a:r>
            <a:endParaRPr lang="zh-CN" altLang="zh-CN" dirty="0">
              <a:latin typeface="+mn-lt"/>
            </a:endParaRPr>
          </a:p>
          <a:p>
            <a:pPr lvl="1" indent="-171450" algn="l">
              <a:buFont typeface="Arial" panose="020B0604020202020204" pitchFamily="34" charset="0"/>
              <a:buChar char="•"/>
            </a:pPr>
            <a:r>
              <a:rPr lang="en-US" altLang="zh-CN" dirty="0">
                <a:latin typeface="+mn-lt"/>
              </a:rPr>
              <a:t>approval modal</a:t>
            </a:r>
            <a:endParaRPr lang="zh-CN" altLang="zh-CN" dirty="0">
              <a:latin typeface="+mn-lt"/>
            </a:endParaRPr>
          </a:p>
          <a:p>
            <a:pPr lvl="0" indent="-171450">
              <a:buFont typeface="Arial" panose="020B0604020202020204" pitchFamily="34" charset="0"/>
              <a:buChar char="•"/>
            </a:pPr>
            <a:r>
              <a:rPr lang="en-US" altLang="zh-CN" dirty="0">
                <a:latin typeface="+mn-lt"/>
              </a:rPr>
              <a:t>Backend API layer:</a:t>
            </a:r>
            <a:endParaRPr lang="zh-CN" altLang="zh-CN" dirty="0">
              <a:latin typeface="+mn-lt"/>
            </a:endParaRPr>
          </a:p>
          <a:p>
            <a:pPr lvl="1" indent="-171450" algn="l">
              <a:buFont typeface="Arial" panose="020B0604020202020204" pitchFamily="34" charset="0"/>
              <a:buChar char="•"/>
            </a:pPr>
            <a:r>
              <a:rPr lang="en-US" altLang="zh-CN" dirty="0" err="1">
                <a:latin typeface="+mn-lt"/>
              </a:rPr>
              <a:t>FastAPI</a:t>
            </a:r>
            <a:r>
              <a:rPr lang="en-US" altLang="zh-CN" dirty="0">
                <a:latin typeface="+mn-lt"/>
              </a:rPr>
              <a:t> route modules</a:t>
            </a:r>
            <a:endParaRPr lang="zh-CN" altLang="zh-CN" dirty="0">
              <a:latin typeface="+mn-lt"/>
            </a:endParaRPr>
          </a:p>
          <a:p>
            <a:pPr lvl="1" indent="-171450" algn="l">
              <a:buFont typeface="Arial" panose="020B0604020202020204" pitchFamily="34" charset="0"/>
              <a:buChar char="•"/>
            </a:pPr>
            <a:r>
              <a:rPr lang="en-US" altLang="zh-CN" dirty="0">
                <a:latin typeface="+mn-lt"/>
              </a:rPr>
              <a:t>RESTful communication surface</a:t>
            </a:r>
            <a:endParaRPr lang="zh-CN" altLang="zh-CN" dirty="0">
              <a:latin typeface="+mn-lt"/>
            </a:endParaRPr>
          </a:p>
          <a:p>
            <a:pPr lvl="0" indent="-171450">
              <a:buFont typeface="Arial" panose="020B0604020202020204" pitchFamily="34" charset="0"/>
              <a:buChar char="•"/>
            </a:pPr>
            <a:r>
              <a:rPr lang="en-US" altLang="zh-CN" dirty="0">
                <a:latin typeface="+mn-lt"/>
              </a:rPr>
              <a:t>Assistant runtime layer:</a:t>
            </a:r>
            <a:endParaRPr lang="zh-CN" altLang="zh-CN" dirty="0">
              <a:latin typeface="+mn-lt"/>
            </a:endParaRPr>
          </a:p>
          <a:p>
            <a:pPr lvl="1" indent="-171450" algn="l">
              <a:buFont typeface="Arial" panose="020B0604020202020204" pitchFamily="34" charset="0"/>
              <a:buChar char="•"/>
            </a:pPr>
            <a:r>
              <a:rPr lang="en-US" altLang="zh-CN" dirty="0">
                <a:latin typeface="+mn-lt"/>
              </a:rPr>
              <a:t>assistant runs</a:t>
            </a:r>
            <a:endParaRPr lang="zh-CN" altLang="zh-CN" dirty="0">
              <a:latin typeface="+mn-lt"/>
            </a:endParaRPr>
          </a:p>
          <a:p>
            <a:pPr lvl="1" indent="-171450" algn="l">
              <a:buFont typeface="Arial" panose="020B0604020202020204" pitchFamily="34" charset="0"/>
              <a:buChar char="•"/>
            </a:pPr>
            <a:r>
              <a:rPr lang="en-US" altLang="zh-CN" dirty="0">
                <a:latin typeface="+mn-lt"/>
              </a:rPr>
              <a:t>tool selection</a:t>
            </a:r>
            <a:endParaRPr lang="zh-CN" altLang="zh-CN" dirty="0">
              <a:latin typeface="+mn-lt"/>
            </a:endParaRPr>
          </a:p>
          <a:p>
            <a:pPr lvl="1" indent="-171450" algn="l">
              <a:buFont typeface="Arial" panose="020B0604020202020204" pitchFamily="34" charset="0"/>
              <a:buChar char="•"/>
            </a:pPr>
            <a:r>
              <a:rPr lang="en-US" altLang="zh-CN" dirty="0">
                <a:latin typeface="+mn-lt"/>
              </a:rPr>
              <a:t>approval pause/resume</a:t>
            </a:r>
            <a:endParaRPr lang="zh-CN" altLang="zh-CN" dirty="0">
              <a:latin typeface="+mn-lt"/>
            </a:endParaRPr>
          </a:p>
          <a:p>
            <a:pPr lvl="0" indent="-171450">
              <a:buFont typeface="Arial" panose="020B0604020202020204" pitchFamily="34" charset="0"/>
              <a:buChar char="•"/>
            </a:pPr>
            <a:r>
              <a:rPr lang="en-US" altLang="zh-CN" dirty="0">
                <a:latin typeface="+mn-lt"/>
              </a:rPr>
              <a:t>Persistence and integration layer:</a:t>
            </a:r>
            <a:endParaRPr lang="zh-CN" altLang="zh-CN" dirty="0">
              <a:latin typeface="+mn-lt"/>
            </a:endParaRPr>
          </a:p>
          <a:p>
            <a:pPr lvl="1" indent="-171450" algn="l">
              <a:buFont typeface="Arial" panose="020B0604020202020204" pitchFamily="34" charset="0"/>
              <a:buChar char="•"/>
            </a:pPr>
            <a:r>
              <a:rPr lang="en-US" altLang="zh-CN" dirty="0">
                <a:latin typeface="+mn-lt"/>
              </a:rPr>
              <a:t>SQLite</a:t>
            </a:r>
            <a:endParaRPr lang="zh-CN" altLang="zh-CN" dirty="0">
              <a:latin typeface="+mn-lt"/>
            </a:endParaRPr>
          </a:p>
          <a:p>
            <a:pPr lvl="1" indent="-171450" algn="l">
              <a:buFont typeface="Arial" panose="020B0604020202020204" pitchFamily="34" charset="0"/>
              <a:buChar char="•"/>
            </a:pPr>
            <a:r>
              <a:rPr lang="en-US" altLang="zh-CN" dirty="0">
                <a:latin typeface="+mn-lt"/>
              </a:rPr>
              <a:t>filesystem storage</a:t>
            </a:r>
            <a:endParaRPr lang="zh-CN" altLang="zh-CN" dirty="0">
              <a:latin typeface="+mn-lt"/>
            </a:endParaRPr>
          </a:p>
          <a:p>
            <a:pPr lvl="1" indent="-171450" algn="l">
              <a:buFont typeface="Arial" panose="020B0604020202020204" pitchFamily="34" charset="0"/>
              <a:buChar char="•"/>
            </a:pPr>
            <a:r>
              <a:rPr lang="en-US" altLang="zh-CN" dirty="0">
                <a:latin typeface="+mn-lt"/>
              </a:rPr>
              <a:t>OpenAI</a:t>
            </a:r>
            <a:endParaRPr lang="zh-CN" altLang="zh-CN" dirty="0">
              <a:latin typeface="+mn-lt"/>
            </a:endParaRPr>
          </a:p>
          <a:p>
            <a:pPr lvl="1" indent="-171450" algn="l">
              <a:buFont typeface="Arial" panose="020B0604020202020204" pitchFamily="34" charset="0"/>
              <a:buChar char="•"/>
            </a:pPr>
            <a:r>
              <a:rPr lang="en-US" altLang="zh-CN" dirty="0">
                <a:latin typeface="+mn-lt"/>
              </a:rPr>
              <a:t>Google Calendar</a:t>
            </a:r>
            <a:endParaRPr lang="zh-CN" altLang="zh-CN" dirty="0">
              <a:latin typeface="+mn-lt"/>
            </a:endParaRPr>
          </a:p>
          <a:p>
            <a:pPr lvl="1" indent="-171450" algn="l">
              <a:buFont typeface="Arial" panose="020B0604020202020204" pitchFamily="34" charset="0"/>
              <a:buChar char="•"/>
            </a:pPr>
            <a:r>
              <a:rPr lang="en-US" altLang="zh-CN" dirty="0">
                <a:latin typeface="+mn-lt"/>
              </a:rPr>
              <a:t>Google Drive</a:t>
            </a:r>
            <a:endParaRPr lang="zh-CN" altLang="zh-CN" dirty="0">
              <a:latin typeface="+mn-lt"/>
            </a:endParaRPr>
          </a:p>
          <a:p>
            <a:pPr lvl="1" indent="-171450" algn="l">
              <a:buFont typeface="Arial" panose="020B0604020202020204" pitchFamily="34" charset="0"/>
              <a:buChar char="•"/>
            </a:pPr>
            <a:r>
              <a:rPr lang="en-US" altLang="zh-CN" dirty="0" err="1">
                <a:latin typeface="+mn-lt"/>
              </a:rPr>
              <a:t>Pandoc</a:t>
            </a:r>
            <a:endParaRPr lang="en-US" dirty="0">
              <a:latin typeface="+mn-lt"/>
            </a:endParaRPr>
          </a:p>
          <a:p>
            <a:pPr>
              <a:buFont typeface="Arial" panose="020B0604020202020204" pitchFamily="34" charset="0"/>
              <a:buChar char="•"/>
            </a:pPr>
            <a:endParaRPr lang="en-US" dirty="0">
              <a:latin typeface="+mn-lt"/>
            </a:endParaRPr>
          </a:p>
        </p:txBody>
      </p:sp>
      <p:pic>
        <p:nvPicPr>
          <p:cNvPr id="2" name="图片 1">
            <a:extLst>
              <a:ext uri="{FF2B5EF4-FFF2-40B4-BE49-F238E27FC236}">
                <a16:creationId xmlns:a16="http://schemas.microsoft.com/office/drawing/2014/main" id="{6EAE46B7-0347-D3BD-2D30-1323F0EE6D6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7819"/>
          <a:stretch>
            <a:fillRect/>
          </a:stretch>
        </p:blipFill>
        <p:spPr bwMode="auto">
          <a:xfrm>
            <a:off x="3706238" y="1213743"/>
            <a:ext cx="5178528" cy="3698737"/>
          </a:xfrm>
          <a:prstGeom prst="rect">
            <a:avLst/>
          </a:prstGeom>
          <a:noFill/>
          <a:ln>
            <a:noFill/>
          </a:ln>
          <a:extLst>
            <a:ext uri="{53640926-AAD7-44D8-BBD7-CCE9431645EC}">
              <a14:shadowObscured xmlns:a14="http://schemas.microsoft.com/office/drawing/2010/main"/>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External Tools and Integrations</a:t>
            </a:r>
            <a:endParaRPr dirty="0"/>
          </a:p>
        </p:txBody>
      </p:sp>
      <p:sp>
        <p:nvSpPr>
          <p:cNvPr id="26" name="Google Shape;1112;p34">
            <a:extLst>
              <a:ext uri="{FF2B5EF4-FFF2-40B4-BE49-F238E27FC236}">
                <a16:creationId xmlns:a16="http://schemas.microsoft.com/office/drawing/2014/main" id="{0AF07252-685E-AF94-27E6-728D9261E339}"/>
              </a:ext>
            </a:extLst>
          </p:cNvPr>
          <p:cNvSpPr txBox="1">
            <a:spLocks/>
          </p:cNvSpPr>
          <p:nvPr/>
        </p:nvSpPr>
        <p:spPr>
          <a:xfrm>
            <a:off x="720000" y="1017725"/>
            <a:ext cx="7470175" cy="33721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9pPr>
          </a:lstStyle>
          <a:p>
            <a:pPr marL="152400" lvl="0" indent="0"/>
            <a:r>
              <a:rPr lang="en-US" altLang="zh-CN" b="1" dirty="0">
                <a:latin typeface="+mn-lt"/>
              </a:rPr>
              <a:t>OpenAI</a:t>
            </a:r>
            <a:endParaRPr lang="zh-CN" altLang="zh-CN" dirty="0">
              <a:latin typeface="+mn-lt"/>
            </a:endParaRPr>
          </a:p>
          <a:p>
            <a:pPr>
              <a:buFont typeface="Arial" panose="020B0604020202020204" pitchFamily="34" charset="0"/>
              <a:buChar char="•"/>
            </a:pPr>
            <a:r>
              <a:rPr lang="en-US" altLang="zh-CN" dirty="0">
                <a:latin typeface="+mn-lt"/>
              </a:rPr>
              <a:t>LLM provider</a:t>
            </a:r>
            <a:endParaRPr lang="zh-CN" altLang="zh-CN" dirty="0">
              <a:latin typeface="+mn-lt"/>
            </a:endParaRPr>
          </a:p>
          <a:p>
            <a:pPr>
              <a:buFont typeface="Arial" panose="020B0604020202020204" pitchFamily="34" charset="0"/>
              <a:buChar char="•"/>
            </a:pPr>
            <a:r>
              <a:rPr lang="en-US" altLang="zh-CN" dirty="0">
                <a:latin typeface="+mn-lt"/>
              </a:rPr>
              <a:t>supports document understanding, intent recognition, and tool-request generation</a:t>
            </a:r>
            <a:endParaRPr lang="zh-CN" altLang="zh-CN" dirty="0">
              <a:latin typeface="+mn-lt"/>
            </a:endParaRPr>
          </a:p>
          <a:p>
            <a:pPr>
              <a:buFont typeface="Arial" panose="020B0604020202020204" pitchFamily="34" charset="0"/>
              <a:buChar char="•"/>
            </a:pPr>
            <a:r>
              <a:rPr lang="en-US" altLang="zh-CN" dirty="0">
                <a:latin typeface="+mn-lt"/>
              </a:rPr>
              <a:t>configured with a user-provided API key</a:t>
            </a:r>
            <a:endParaRPr lang="zh-CN" altLang="zh-CN" dirty="0">
              <a:latin typeface="+mn-lt"/>
            </a:endParaRPr>
          </a:p>
          <a:p>
            <a:pPr>
              <a:buFont typeface="Arial" panose="020B0604020202020204" pitchFamily="34" charset="0"/>
              <a:buChar char="•"/>
            </a:pPr>
            <a:r>
              <a:rPr lang="en-US" altLang="zh-CN" dirty="0">
                <a:latin typeface="+mn-lt"/>
              </a:rPr>
              <a:t>called during assistant-run processing</a:t>
            </a:r>
            <a:endParaRPr lang="zh-CN" altLang="zh-CN" dirty="0">
              <a:latin typeface="+mn-lt"/>
            </a:endParaRPr>
          </a:p>
          <a:p>
            <a:pPr marL="152400" lvl="0" indent="0"/>
            <a:r>
              <a:rPr lang="en-US" altLang="zh-CN" b="1" dirty="0">
                <a:latin typeface="+mn-lt"/>
              </a:rPr>
              <a:t>Google Calendar</a:t>
            </a:r>
            <a:endParaRPr lang="zh-CN" altLang="zh-CN" dirty="0">
              <a:latin typeface="+mn-lt"/>
            </a:endParaRPr>
          </a:p>
          <a:p>
            <a:pPr>
              <a:buFont typeface="Arial" panose="020B0604020202020204" pitchFamily="34" charset="0"/>
              <a:buChar char="•"/>
            </a:pPr>
            <a:r>
              <a:rPr lang="en-US" altLang="zh-CN" dirty="0">
                <a:latin typeface="+mn-lt"/>
              </a:rPr>
              <a:t>calendar-event platform</a:t>
            </a:r>
            <a:endParaRPr lang="zh-CN" altLang="zh-CN" dirty="0">
              <a:latin typeface="+mn-lt"/>
            </a:endParaRPr>
          </a:p>
          <a:p>
            <a:pPr>
              <a:buFont typeface="Arial" panose="020B0604020202020204" pitchFamily="34" charset="0"/>
              <a:buChar char="•"/>
            </a:pPr>
            <a:r>
              <a:rPr lang="en-US" altLang="zh-CN" dirty="0">
                <a:latin typeface="+mn-lt"/>
              </a:rPr>
              <a:t>supports scheduling and event creation</a:t>
            </a:r>
            <a:endParaRPr lang="zh-CN" altLang="zh-CN" dirty="0">
              <a:latin typeface="+mn-lt"/>
            </a:endParaRPr>
          </a:p>
          <a:p>
            <a:pPr>
              <a:buFont typeface="Arial" panose="020B0604020202020204" pitchFamily="34" charset="0"/>
              <a:buChar char="•"/>
            </a:pPr>
            <a:r>
              <a:rPr lang="en-US" altLang="zh-CN" dirty="0">
                <a:latin typeface="+mn-lt"/>
              </a:rPr>
              <a:t>configured through Google OAuth</a:t>
            </a:r>
            <a:endParaRPr lang="zh-CN" altLang="zh-CN" dirty="0">
              <a:latin typeface="+mn-lt"/>
            </a:endParaRPr>
          </a:p>
          <a:p>
            <a:pPr>
              <a:buFont typeface="Arial" panose="020B0604020202020204" pitchFamily="34" charset="0"/>
              <a:buChar char="•"/>
            </a:pPr>
            <a:r>
              <a:rPr lang="en-US" altLang="zh-CN" dirty="0">
                <a:latin typeface="+mn-lt"/>
              </a:rPr>
              <a:t>called after approval to create extracted date events</a:t>
            </a:r>
            <a:endParaRPr lang="zh-CN" altLang="zh-CN" dirty="0">
              <a:latin typeface="+mn-lt"/>
            </a:endParaRPr>
          </a:p>
          <a:p>
            <a:pPr marL="152400" lvl="0" indent="0"/>
            <a:r>
              <a:rPr lang="en-US" altLang="zh-CN" b="1" dirty="0">
                <a:latin typeface="+mn-lt"/>
              </a:rPr>
              <a:t>Google Drive</a:t>
            </a:r>
            <a:endParaRPr lang="zh-CN" altLang="zh-CN" dirty="0">
              <a:latin typeface="+mn-lt"/>
            </a:endParaRPr>
          </a:p>
          <a:p>
            <a:pPr>
              <a:buFont typeface="Arial" panose="020B0604020202020204" pitchFamily="34" charset="0"/>
              <a:buChar char="•"/>
            </a:pPr>
            <a:r>
              <a:rPr lang="en-US" altLang="zh-CN" dirty="0">
                <a:latin typeface="+mn-lt"/>
              </a:rPr>
              <a:t>cloud file-storage platform</a:t>
            </a:r>
            <a:endParaRPr lang="zh-CN" altLang="zh-CN" dirty="0">
              <a:latin typeface="+mn-lt"/>
            </a:endParaRPr>
          </a:p>
          <a:p>
            <a:pPr>
              <a:buFont typeface="Arial" panose="020B0604020202020204" pitchFamily="34" charset="0"/>
              <a:buChar char="•"/>
            </a:pPr>
            <a:r>
              <a:rPr lang="en-US" altLang="zh-CN" dirty="0">
                <a:latin typeface="+mn-lt"/>
              </a:rPr>
              <a:t>supports file upload and metadata management</a:t>
            </a:r>
            <a:endParaRPr lang="zh-CN" altLang="zh-CN" dirty="0">
              <a:latin typeface="+mn-lt"/>
            </a:endParaRPr>
          </a:p>
          <a:p>
            <a:pPr>
              <a:buFont typeface="Arial" panose="020B0604020202020204" pitchFamily="34" charset="0"/>
              <a:buChar char="•"/>
            </a:pPr>
            <a:r>
              <a:rPr lang="en-US" altLang="zh-CN" dirty="0">
                <a:latin typeface="+mn-lt"/>
              </a:rPr>
              <a:t>configured through Google OAuth</a:t>
            </a:r>
            <a:endParaRPr lang="zh-CN" altLang="zh-CN" dirty="0">
              <a:latin typeface="+mn-lt"/>
            </a:endParaRPr>
          </a:p>
          <a:p>
            <a:pPr>
              <a:buFont typeface="Arial" panose="020B0604020202020204" pitchFamily="34" charset="0"/>
              <a:buChar char="•"/>
            </a:pPr>
            <a:r>
              <a:rPr lang="en-US" altLang="zh-CN" dirty="0">
                <a:latin typeface="+mn-lt"/>
              </a:rPr>
              <a:t>called to archive PDFs and upload export artifacts</a:t>
            </a:r>
            <a:endParaRPr lang="zh-CN" altLang="zh-CN" dirty="0">
              <a:latin typeface="+mn-lt"/>
            </a:endParaRPr>
          </a:p>
          <a:p>
            <a:pPr marL="152400" lvl="0" indent="0"/>
            <a:r>
              <a:rPr lang="en-US" altLang="zh-CN" b="1" dirty="0" err="1">
                <a:latin typeface="+mn-lt"/>
              </a:rPr>
              <a:t>Pandoc</a:t>
            </a:r>
            <a:endParaRPr lang="zh-CN" altLang="zh-CN" dirty="0">
              <a:latin typeface="+mn-lt"/>
            </a:endParaRPr>
          </a:p>
          <a:p>
            <a:pPr>
              <a:buFont typeface="Arial" panose="020B0604020202020204" pitchFamily="34" charset="0"/>
              <a:buChar char="•"/>
            </a:pPr>
            <a:r>
              <a:rPr lang="en-US" altLang="zh-CN" dirty="0">
                <a:latin typeface="+mn-lt"/>
              </a:rPr>
              <a:t>document-conversion tool</a:t>
            </a:r>
            <a:endParaRPr lang="zh-CN" altLang="zh-CN" dirty="0">
              <a:latin typeface="+mn-lt"/>
            </a:endParaRPr>
          </a:p>
          <a:p>
            <a:pPr>
              <a:buFont typeface="Arial" panose="020B0604020202020204" pitchFamily="34" charset="0"/>
              <a:buChar char="•"/>
            </a:pPr>
            <a:r>
              <a:rPr lang="en-US" altLang="zh-CN" dirty="0">
                <a:latin typeface="+mn-lt"/>
              </a:rPr>
              <a:t>supports Markdown to </a:t>
            </a:r>
            <a:r>
              <a:rPr lang="en-US" altLang="zh-CN" sz="1100" dirty="0">
                <a:latin typeface="+mn-lt"/>
              </a:rPr>
              <a:t>docx</a:t>
            </a:r>
            <a:r>
              <a:rPr lang="en-US" altLang="zh-CN" dirty="0">
                <a:latin typeface="+mn-lt"/>
              </a:rPr>
              <a:t> and </a:t>
            </a:r>
            <a:r>
              <a:rPr lang="en-US" altLang="zh-CN" sz="1100" dirty="0">
                <a:latin typeface="+mn-lt"/>
              </a:rPr>
              <a:t>pptx</a:t>
            </a:r>
            <a:endParaRPr lang="zh-CN" altLang="zh-CN" dirty="0">
              <a:latin typeface="+mn-lt"/>
            </a:endParaRPr>
          </a:p>
          <a:p>
            <a:pPr>
              <a:buFont typeface="Arial" panose="020B0604020202020204" pitchFamily="34" charset="0"/>
              <a:buChar char="•"/>
            </a:pPr>
            <a:r>
              <a:rPr lang="en-US" altLang="zh-CN" dirty="0">
                <a:latin typeface="+mn-lt"/>
              </a:rPr>
              <a:t>configured as a local or container binary</a:t>
            </a:r>
            <a:endParaRPr lang="zh-CN" altLang="zh-CN" dirty="0">
              <a:latin typeface="+mn-lt"/>
            </a:endParaRPr>
          </a:p>
          <a:p>
            <a:pPr>
              <a:buFont typeface="Arial" panose="020B0604020202020204" pitchFamily="34" charset="0"/>
              <a:buChar char="•"/>
            </a:pPr>
            <a:r>
              <a:rPr lang="en-US" altLang="zh-CN" dirty="0">
                <a:latin typeface="+mn-lt"/>
              </a:rPr>
              <a:t>called by the export service</a:t>
            </a:r>
            <a:endParaRPr lang="zh-CN" altLang="zh-CN" dirty="0">
              <a:latin typeface="+mn-lt"/>
            </a:endParaRPr>
          </a:p>
        </p:txBody>
      </p:sp>
      <p:pic>
        <p:nvPicPr>
          <p:cNvPr id="1028" name="Picture 4" descr="Openai logo - free Icon PNG, SVG">
            <a:extLst>
              <a:ext uri="{FF2B5EF4-FFF2-40B4-BE49-F238E27FC236}">
                <a16:creationId xmlns:a16="http://schemas.microsoft.com/office/drawing/2014/main" id="{569787E6-CB07-53B0-EA38-01364646C2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1661" y="1324803"/>
            <a:ext cx="373330" cy="37333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oogle Calendar Logo and symbol, meaning, history, PNG, brand">
            <a:extLst>
              <a:ext uri="{FF2B5EF4-FFF2-40B4-BE49-F238E27FC236}">
                <a16:creationId xmlns:a16="http://schemas.microsoft.com/office/drawing/2014/main" id="{EDFDFC0C-C8F0-9900-DF13-CE972809C6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6477" y="2270833"/>
            <a:ext cx="663698" cy="37333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8D43909A-1C98-3ED8-925F-114C8F6359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49480" y="3191328"/>
            <a:ext cx="417692" cy="37333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itHub - tarleb/pandoc-logo: Logo for pandoc, the universal document  converter · GitHub">
            <a:extLst>
              <a:ext uri="{FF2B5EF4-FFF2-40B4-BE49-F238E27FC236}">
                <a16:creationId xmlns:a16="http://schemas.microsoft.com/office/drawing/2014/main" id="{10B8E796-C2C9-A278-A6EC-01971BA0F59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49480" y="4059523"/>
            <a:ext cx="417692" cy="4176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5">
          <a:extLst>
            <a:ext uri="{FF2B5EF4-FFF2-40B4-BE49-F238E27FC236}">
              <a16:creationId xmlns:a16="http://schemas.microsoft.com/office/drawing/2014/main" id="{80391824-EF9C-D8F4-73F7-93912DA6DB81}"/>
            </a:ext>
          </a:extLst>
        </p:cNvPr>
        <p:cNvGrpSpPr/>
        <p:nvPr/>
      </p:nvGrpSpPr>
      <p:grpSpPr>
        <a:xfrm>
          <a:off x="0" y="0"/>
          <a:ext cx="0" cy="0"/>
          <a:chOff x="0" y="0"/>
          <a:chExt cx="0" cy="0"/>
        </a:xfrm>
      </p:grpSpPr>
      <p:sp>
        <p:nvSpPr>
          <p:cNvPr id="1306" name="Google Shape;1306;p40">
            <a:extLst>
              <a:ext uri="{FF2B5EF4-FFF2-40B4-BE49-F238E27FC236}">
                <a16:creationId xmlns:a16="http://schemas.microsoft.com/office/drawing/2014/main" id="{6DB3EE2F-38C2-FD17-7032-F97EF52E36E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Backend Design</a:t>
            </a:r>
            <a:endParaRPr dirty="0"/>
          </a:p>
        </p:txBody>
      </p:sp>
      <p:sp>
        <p:nvSpPr>
          <p:cNvPr id="2" name="Google Shape;1112;p34">
            <a:extLst>
              <a:ext uri="{FF2B5EF4-FFF2-40B4-BE49-F238E27FC236}">
                <a16:creationId xmlns:a16="http://schemas.microsoft.com/office/drawing/2014/main" id="{97EF3F4B-6A5E-13E2-4131-A7961A7BA7F9}"/>
              </a:ext>
            </a:extLst>
          </p:cNvPr>
          <p:cNvSpPr txBox="1">
            <a:spLocks/>
          </p:cNvSpPr>
          <p:nvPr/>
        </p:nvSpPr>
        <p:spPr>
          <a:xfrm>
            <a:off x="514613" y="1017725"/>
            <a:ext cx="5244161" cy="1674630"/>
          </a:xfrm>
          <a:prstGeom prst="rect">
            <a:avLst/>
          </a:prstGeom>
        </p:spPr>
        <p:txBody>
          <a:bodyPr spcFirstLastPara="1" wrap="square" lIns="91425" tIns="91425" rIns="91425" bIns="91425" numCol="2"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28600" lvl="0">
              <a:buClr>
                <a:schemeClr val="dk1"/>
              </a:buClr>
              <a:buSzPts val="1200"/>
            </a:pPr>
            <a:r>
              <a:rPr lang="en-US" altLang="zh-CN" sz="1200" dirty="0">
                <a:solidFill>
                  <a:schemeClr val="dk1"/>
                </a:solidFill>
                <a:latin typeface="+mn-lt"/>
                <a:ea typeface="Lato"/>
                <a:cs typeface="Lato"/>
                <a:sym typeface="Lato"/>
              </a:rPr>
              <a:t>Backend organized as modular services</a:t>
            </a:r>
            <a:endParaRPr lang="zh-CN" altLang="zh-CN" sz="1200" dirty="0">
              <a:solidFill>
                <a:schemeClr val="dk1"/>
              </a:solidFill>
              <a:latin typeface="+mn-lt"/>
              <a:cs typeface="Lato"/>
              <a:sym typeface="Lato"/>
            </a:endParaRPr>
          </a:p>
          <a:p>
            <a:pPr marL="228600" lvl="3">
              <a:buClr>
                <a:schemeClr val="dk1"/>
              </a:buClr>
              <a:buSzPts val="1200"/>
            </a:pPr>
            <a:r>
              <a:rPr lang="en-US" altLang="zh-CN" sz="1200" dirty="0">
                <a:solidFill>
                  <a:schemeClr val="dk1"/>
                </a:solidFill>
                <a:latin typeface="+mn-lt"/>
                <a:ea typeface="Lato"/>
                <a:cs typeface="Lato"/>
                <a:sym typeface="Lato"/>
              </a:rPr>
              <a:t>Major services include:</a:t>
            </a:r>
          </a:p>
          <a:p>
            <a:pPr marL="400050" lvl="8"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Auth service</a:t>
            </a:r>
            <a:endParaRPr lang="zh-CN" altLang="zh-CN" sz="1200" dirty="0">
              <a:solidFill>
                <a:schemeClr val="dk1"/>
              </a:solidFill>
              <a:latin typeface="+mn-lt"/>
              <a:cs typeface="Lato"/>
              <a:sym typeface="Lato"/>
            </a:endParaRPr>
          </a:p>
          <a:p>
            <a:pPr marL="400050" lvl="4"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Credential service</a:t>
            </a:r>
            <a:endParaRPr lang="zh-CN" altLang="zh-CN" sz="1200" dirty="0">
              <a:solidFill>
                <a:schemeClr val="dk1"/>
              </a:solidFill>
              <a:latin typeface="+mn-lt"/>
              <a:cs typeface="Lato"/>
              <a:sym typeface="Lato"/>
            </a:endParaRPr>
          </a:p>
          <a:p>
            <a:pPr marL="400050" lvl="4"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Conversation service</a:t>
            </a:r>
            <a:endParaRPr lang="zh-CN" altLang="zh-CN" sz="1200" dirty="0">
              <a:solidFill>
                <a:schemeClr val="dk1"/>
              </a:solidFill>
              <a:latin typeface="+mn-lt"/>
              <a:cs typeface="Lato"/>
              <a:sym typeface="Lato"/>
            </a:endParaRPr>
          </a:p>
          <a:p>
            <a:pPr marL="400050" lvl="4"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Message service</a:t>
            </a:r>
            <a:endParaRPr lang="zh-CN" altLang="zh-CN" sz="1200" dirty="0">
              <a:solidFill>
                <a:schemeClr val="dk1"/>
              </a:solidFill>
              <a:latin typeface="+mn-lt"/>
              <a:cs typeface="Lato"/>
              <a:sym typeface="Lato"/>
            </a:endParaRPr>
          </a:p>
          <a:p>
            <a:pPr marL="400050" lvl="4"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Assistant runtime service</a:t>
            </a:r>
            <a:endParaRPr lang="zh-CN" altLang="zh-CN" sz="1200" dirty="0">
              <a:solidFill>
                <a:schemeClr val="dk1"/>
              </a:solidFill>
              <a:latin typeface="+mn-lt"/>
              <a:cs typeface="Lato"/>
              <a:sym typeface="Lato"/>
            </a:endParaRPr>
          </a:p>
          <a:p>
            <a:pPr marL="400050" lvl="4"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Tool gateway service</a:t>
            </a:r>
            <a:endParaRPr lang="zh-CN" altLang="zh-CN" sz="1200" dirty="0">
              <a:solidFill>
                <a:schemeClr val="dk1"/>
              </a:solidFill>
              <a:latin typeface="+mn-lt"/>
              <a:cs typeface="Lato"/>
              <a:sym typeface="Lato"/>
            </a:endParaRPr>
          </a:p>
          <a:p>
            <a:pPr marL="400050" lvl="4"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Session note service</a:t>
            </a:r>
            <a:endParaRPr lang="zh-CN" altLang="zh-CN" sz="1200" dirty="0">
              <a:solidFill>
                <a:schemeClr val="dk1"/>
              </a:solidFill>
              <a:latin typeface="+mn-lt"/>
              <a:cs typeface="Lato"/>
              <a:sym typeface="Lato"/>
            </a:endParaRPr>
          </a:p>
          <a:p>
            <a:pPr marL="400050" lvl="4"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Calendar service</a:t>
            </a:r>
            <a:endParaRPr lang="zh-CN" altLang="zh-CN" sz="1200" dirty="0">
              <a:solidFill>
                <a:schemeClr val="dk1"/>
              </a:solidFill>
              <a:latin typeface="+mn-lt"/>
              <a:cs typeface="Lato"/>
              <a:sym typeface="Lato"/>
            </a:endParaRPr>
          </a:p>
          <a:p>
            <a:pPr marL="400050" lvl="4"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Drive service</a:t>
            </a:r>
            <a:endParaRPr lang="zh-CN" altLang="zh-CN" sz="1200" dirty="0">
              <a:solidFill>
                <a:schemeClr val="dk1"/>
              </a:solidFill>
              <a:latin typeface="+mn-lt"/>
              <a:cs typeface="Lato"/>
              <a:sym typeface="Lato"/>
            </a:endParaRPr>
          </a:p>
          <a:p>
            <a:pPr marL="400050" lvl="4"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Export service</a:t>
            </a:r>
            <a:endParaRPr lang="zh-CN" altLang="zh-CN" sz="1200" dirty="0">
              <a:solidFill>
                <a:schemeClr val="dk1"/>
              </a:solidFill>
              <a:latin typeface="+mn-lt"/>
              <a:cs typeface="Lato"/>
              <a:sym typeface="Lato"/>
            </a:endParaRPr>
          </a:p>
          <a:p>
            <a:pPr marL="400050" lvl="4"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Document service</a:t>
            </a:r>
            <a:endParaRPr lang="zh-CN" altLang="zh-CN" sz="1200" dirty="0">
              <a:solidFill>
                <a:schemeClr val="dk1"/>
              </a:solidFill>
              <a:latin typeface="+mn-lt"/>
              <a:cs typeface="Lato"/>
              <a:sym typeface="Lato"/>
            </a:endParaRPr>
          </a:p>
        </p:txBody>
      </p:sp>
      <p:pic>
        <p:nvPicPr>
          <p:cNvPr id="6" name="图片 5">
            <a:extLst>
              <a:ext uri="{FF2B5EF4-FFF2-40B4-BE49-F238E27FC236}">
                <a16:creationId xmlns:a16="http://schemas.microsoft.com/office/drawing/2014/main" id="{B0C5E146-3D66-6458-149C-EF523ADA3E2D}"/>
              </a:ext>
            </a:extLst>
          </p:cNvPr>
          <p:cNvPicPr>
            <a:picLocks noChangeAspect="1"/>
          </p:cNvPicPr>
          <p:nvPr/>
        </p:nvPicPr>
        <p:blipFill>
          <a:blip r:embed="rId3"/>
          <a:srcRect l="11879" t="8652" r="12353"/>
          <a:stretch>
            <a:fillRect/>
          </a:stretch>
        </p:blipFill>
        <p:spPr>
          <a:xfrm>
            <a:off x="5619817" y="0"/>
            <a:ext cx="3524183" cy="2655517"/>
          </a:xfrm>
          <a:prstGeom prst="rect">
            <a:avLst/>
          </a:prstGeom>
        </p:spPr>
      </p:pic>
      <p:pic>
        <p:nvPicPr>
          <p:cNvPr id="8" name="图片 7">
            <a:extLst>
              <a:ext uri="{FF2B5EF4-FFF2-40B4-BE49-F238E27FC236}">
                <a16:creationId xmlns:a16="http://schemas.microsoft.com/office/drawing/2014/main" id="{2D54A6D4-1008-ACC8-FFDA-C49136C3FF3C}"/>
              </a:ext>
            </a:extLst>
          </p:cNvPr>
          <p:cNvPicPr>
            <a:picLocks noChangeAspect="1"/>
          </p:cNvPicPr>
          <p:nvPr/>
        </p:nvPicPr>
        <p:blipFill>
          <a:blip r:embed="rId4"/>
          <a:srcRect l="11761" t="6998" r="12529" b="8387"/>
          <a:stretch>
            <a:fillRect/>
          </a:stretch>
        </p:blipFill>
        <p:spPr>
          <a:xfrm>
            <a:off x="5619817" y="2681771"/>
            <a:ext cx="3524184" cy="2461729"/>
          </a:xfrm>
          <a:prstGeom prst="rect">
            <a:avLst/>
          </a:prstGeom>
        </p:spPr>
      </p:pic>
      <p:pic>
        <p:nvPicPr>
          <p:cNvPr id="10" name="图片 9">
            <a:extLst>
              <a:ext uri="{FF2B5EF4-FFF2-40B4-BE49-F238E27FC236}">
                <a16:creationId xmlns:a16="http://schemas.microsoft.com/office/drawing/2014/main" id="{E714508C-D084-22E1-02D0-424175716E48}"/>
              </a:ext>
            </a:extLst>
          </p:cNvPr>
          <p:cNvPicPr>
            <a:picLocks noChangeAspect="1"/>
          </p:cNvPicPr>
          <p:nvPr/>
        </p:nvPicPr>
        <p:blipFill>
          <a:blip r:embed="rId5"/>
          <a:srcRect l="11821" t="6052" r="12707"/>
          <a:stretch>
            <a:fillRect/>
          </a:stretch>
        </p:blipFill>
        <p:spPr>
          <a:xfrm>
            <a:off x="2469228" y="2692355"/>
            <a:ext cx="3150590" cy="2451145"/>
          </a:xfrm>
          <a:prstGeom prst="rect">
            <a:avLst/>
          </a:prstGeom>
        </p:spPr>
      </p:pic>
      <p:sp>
        <p:nvSpPr>
          <p:cNvPr id="12" name="文本框 11">
            <a:extLst>
              <a:ext uri="{FF2B5EF4-FFF2-40B4-BE49-F238E27FC236}">
                <a16:creationId xmlns:a16="http://schemas.microsoft.com/office/drawing/2014/main" id="{E4DA8C9C-6F47-97E9-8BD3-292B74B36AFE}"/>
              </a:ext>
            </a:extLst>
          </p:cNvPr>
          <p:cNvSpPr txBox="1"/>
          <p:nvPr/>
        </p:nvSpPr>
        <p:spPr>
          <a:xfrm>
            <a:off x="514613" y="2825862"/>
            <a:ext cx="2024306" cy="1384995"/>
          </a:xfrm>
          <a:prstGeom prst="rect">
            <a:avLst/>
          </a:prstGeom>
          <a:noFill/>
        </p:spPr>
        <p:txBody>
          <a:bodyPr wrap="square">
            <a:spAutoFit/>
          </a:bodyPr>
          <a:lstStyle/>
          <a:p>
            <a:pPr marL="228600">
              <a:buClr>
                <a:schemeClr val="dk1"/>
              </a:buClr>
              <a:buSzPts val="1200"/>
            </a:pPr>
            <a:r>
              <a:rPr lang="en-US" altLang="zh-CN" sz="1200" dirty="0">
                <a:solidFill>
                  <a:schemeClr val="dk1"/>
                </a:solidFill>
                <a:latin typeface="+mn-lt"/>
                <a:ea typeface="Lato"/>
                <a:cs typeface="Lato"/>
                <a:sym typeface="Lato"/>
              </a:rPr>
              <a:t>Services communicate through RESTful APIs exposed by </a:t>
            </a:r>
            <a:r>
              <a:rPr lang="en-US" altLang="zh-CN" sz="1200" dirty="0" err="1">
                <a:solidFill>
                  <a:schemeClr val="dk1"/>
                </a:solidFill>
                <a:latin typeface="+mn-lt"/>
                <a:ea typeface="Lato"/>
                <a:cs typeface="Lato"/>
                <a:sym typeface="Lato"/>
              </a:rPr>
              <a:t>FastAPI</a:t>
            </a:r>
            <a:r>
              <a:rPr lang="en-US" altLang="zh-CN" sz="1200" dirty="0">
                <a:solidFill>
                  <a:schemeClr val="dk1"/>
                </a:solidFill>
                <a:latin typeface="+mn-lt"/>
                <a:ea typeface="Lato"/>
                <a:cs typeface="Lato"/>
                <a:sym typeface="Lato"/>
              </a:rPr>
              <a:t> route groups</a:t>
            </a:r>
            <a:endParaRPr lang="zh-CN" altLang="zh-CN" sz="1200" dirty="0">
              <a:solidFill>
                <a:schemeClr val="dk1"/>
              </a:solidFill>
              <a:latin typeface="+mn-lt"/>
              <a:cs typeface="Lato"/>
              <a:sym typeface="Lato"/>
            </a:endParaRPr>
          </a:p>
          <a:p>
            <a:pPr marL="228600">
              <a:buClr>
                <a:schemeClr val="dk1"/>
              </a:buClr>
              <a:buSzPts val="1200"/>
            </a:pPr>
            <a:r>
              <a:rPr lang="en-US" altLang="zh-CN" sz="1200" dirty="0">
                <a:solidFill>
                  <a:schemeClr val="dk1"/>
                </a:solidFill>
                <a:latin typeface="+mn-lt"/>
                <a:ea typeface="Lato"/>
                <a:cs typeface="Lato"/>
                <a:sym typeface="Lato"/>
              </a:rPr>
              <a:t>API modules visible in Swagger at localhost:8000/docs</a:t>
            </a:r>
            <a:endParaRPr lang="zh-CN" altLang="zh-CN" sz="1200" dirty="0">
              <a:solidFill>
                <a:schemeClr val="dk1"/>
              </a:solidFill>
              <a:latin typeface="+mn-lt"/>
              <a:cs typeface="Lato"/>
              <a:sym typeface="Lato"/>
            </a:endParaRPr>
          </a:p>
        </p:txBody>
      </p:sp>
    </p:spTree>
    <p:extLst>
      <p:ext uri="{BB962C8B-B14F-4D97-AF65-F5344CB8AC3E}">
        <p14:creationId xmlns:p14="http://schemas.microsoft.com/office/powerpoint/2010/main" val="1695491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4">
          <a:extLst>
            <a:ext uri="{FF2B5EF4-FFF2-40B4-BE49-F238E27FC236}">
              <a16:creationId xmlns:a16="http://schemas.microsoft.com/office/drawing/2014/main" id="{3BC07712-81AB-8301-78E2-EA3794A254B9}"/>
            </a:ext>
          </a:extLst>
        </p:cNvPr>
        <p:cNvGrpSpPr/>
        <p:nvPr/>
      </p:nvGrpSpPr>
      <p:grpSpPr>
        <a:xfrm>
          <a:off x="0" y="0"/>
          <a:ext cx="0" cy="0"/>
          <a:chOff x="0" y="0"/>
          <a:chExt cx="0" cy="0"/>
        </a:xfrm>
      </p:grpSpPr>
      <p:sp>
        <p:nvSpPr>
          <p:cNvPr id="1385" name="Google Shape;1385;p43">
            <a:extLst>
              <a:ext uri="{FF2B5EF4-FFF2-40B4-BE49-F238E27FC236}">
                <a16:creationId xmlns:a16="http://schemas.microsoft.com/office/drawing/2014/main" id="{4F6D4A52-6900-90E0-9454-74057827CAE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API Modules</a:t>
            </a:r>
            <a:endParaRPr dirty="0"/>
          </a:p>
        </p:txBody>
      </p:sp>
      <p:sp>
        <p:nvSpPr>
          <p:cNvPr id="4" name="Google Shape;1112;p34">
            <a:extLst>
              <a:ext uri="{FF2B5EF4-FFF2-40B4-BE49-F238E27FC236}">
                <a16:creationId xmlns:a16="http://schemas.microsoft.com/office/drawing/2014/main" id="{90BC1D6D-F96B-B295-B068-E93092D6202F}"/>
              </a:ext>
            </a:extLst>
          </p:cNvPr>
          <p:cNvSpPr txBox="1">
            <a:spLocks/>
          </p:cNvSpPr>
          <p:nvPr/>
        </p:nvSpPr>
        <p:spPr>
          <a:xfrm>
            <a:off x="720000" y="1165487"/>
            <a:ext cx="8093800" cy="3372121"/>
          </a:xfrm>
          <a:prstGeom prst="rect">
            <a:avLst/>
          </a:prstGeom>
        </p:spPr>
        <p:txBody>
          <a:bodyPr spcFirstLastPara="1" wrap="square" lIns="91425" tIns="91425" rIns="91425" bIns="91425" numCol="2"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altLang="zh-CN" dirty="0"/>
              <a:t>auth</a:t>
            </a:r>
            <a:endParaRPr lang="zh-CN" altLang="zh-CN" dirty="0"/>
          </a:p>
          <a:p>
            <a:pPr marL="285750" lvl="8" indent="-285750">
              <a:buFont typeface="Arial" panose="020B0604020202020204" pitchFamily="34" charset="0"/>
              <a:buChar char="•"/>
            </a:pPr>
            <a:r>
              <a:rPr lang="en-US" altLang="zh-CN" dirty="0"/>
              <a:t>register, login, current user, profile update</a:t>
            </a:r>
            <a:endParaRPr lang="zh-CN" altLang="zh-CN" dirty="0"/>
          </a:p>
          <a:p>
            <a:pPr lvl="0"/>
            <a:r>
              <a:rPr lang="en-US" altLang="zh-CN" dirty="0"/>
              <a:t>credentials</a:t>
            </a:r>
            <a:endParaRPr lang="zh-CN" altLang="zh-CN" dirty="0"/>
          </a:p>
          <a:p>
            <a:pPr marL="285750" lvl="1" indent="-285750">
              <a:buFont typeface="Arial" panose="020B0604020202020204" pitchFamily="34" charset="0"/>
              <a:buChar char="•"/>
            </a:pPr>
            <a:r>
              <a:rPr lang="en-US" altLang="zh-CN" dirty="0"/>
              <a:t>save LLM key, start Google OAuth, callback, status</a:t>
            </a:r>
            <a:endParaRPr lang="zh-CN" altLang="zh-CN" dirty="0"/>
          </a:p>
          <a:p>
            <a:pPr lvl="0"/>
            <a:r>
              <a:rPr lang="en-US" altLang="zh-CN" dirty="0"/>
              <a:t>conversations</a:t>
            </a:r>
            <a:endParaRPr lang="zh-CN" altLang="zh-CN" dirty="0"/>
          </a:p>
          <a:p>
            <a:pPr marL="285750" lvl="1" indent="-285750">
              <a:buFont typeface="Arial" panose="020B0604020202020204" pitchFamily="34" charset="0"/>
              <a:buChar char="•"/>
            </a:pPr>
            <a:r>
              <a:rPr lang="en-US" altLang="zh-CN" dirty="0"/>
              <a:t>create, list, detail, note lookup, delete</a:t>
            </a:r>
            <a:endParaRPr lang="zh-CN" altLang="zh-CN" dirty="0"/>
          </a:p>
          <a:p>
            <a:pPr lvl="0"/>
            <a:r>
              <a:rPr lang="en-US" altLang="zh-CN" dirty="0"/>
              <a:t>messages</a:t>
            </a:r>
            <a:endParaRPr lang="zh-CN" altLang="zh-CN" dirty="0"/>
          </a:p>
          <a:p>
            <a:pPr marL="285750" lvl="1" indent="-285750">
              <a:buFont typeface="Arial" panose="020B0604020202020204" pitchFamily="34" charset="0"/>
              <a:buChar char="•"/>
            </a:pPr>
            <a:r>
              <a:rPr lang="en-US" altLang="zh-CN" dirty="0"/>
              <a:t>list and create conversation messages</a:t>
            </a:r>
            <a:endParaRPr lang="zh-CN" altLang="zh-CN" dirty="0"/>
          </a:p>
          <a:p>
            <a:pPr lvl="0"/>
            <a:r>
              <a:rPr lang="en-US" altLang="zh-CN" dirty="0"/>
              <a:t>workspace</a:t>
            </a:r>
            <a:endParaRPr lang="zh-CN" altLang="zh-CN" dirty="0"/>
          </a:p>
          <a:p>
            <a:pPr marL="285750" lvl="1" indent="-285750">
              <a:buFont typeface="Arial" panose="020B0604020202020204" pitchFamily="34" charset="0"/>
              <a:buChar char="•"/>
            </a:pPr>
            <a:r>
              <a:rPr lang="en-US" altLang="zh-CN" dirty="0"/>
              <a:t>list and upload conversation documents</a:t>
            </a:r>
            <a:endParaRPr lang="zh-CN" altLang="zh-CN" dirty="0"/>
          </a:p>
          <a:p>
            <a:pPr lvl="0"/>
            <a:r>
              <a:rPr lang="en-US" altLang="zh-CN" dirty="0"/>
              <a:t>runs</a:t>
            </a:r>
            <a:endParaRPr lang="zh-CN" altLang="zh-CN" dirty="0"/>
          </a:p>
          <a:p>
            <a:pPr marL="285750" lvl="1" indent="-285750">
              <a:buFont typeface="Arial" panose="020B0604020202020204" pitchFamily="34" charset="0"/>
              <a:buChar char="•"/>
            </a:pPr>
            <a:r>
              <a:rPr lang="en-US" altLang="zh-CN" dirty="0"/>
              <a:t>create assistant run, query run state</a:t>
            </a:r>
            <a:endParaRPr lang="zh-CN" altLang="zh-CN" dirty="0"/>
          </a:p>
          <a:p>
            <a:pPr lvl="0"/>
            <a:r>
              <a:rPr lang="en-US" altLang="zh-CN" dirty="0"/>
              <a:t>tool-calls</a:t>
            </a:r>
            <a:endParaRPr lang="zh-CN" altLang="zh-CN" dirty="0"/>
          </a:p>
          <a:p>
            <a:pPr marL="285750" lvl="1" indent="-285750">
              <a:buFont typeface="Arial" panose="020B0604020202020204" pitchFamily="34" charset="0"/>
              <a:buChar char="•"/>
            </a:pPr>
            <a:r>
              <a:rPr lang="en-US" altLang="zh-CN" dirty="0"/>
              <a:t>get tool call, approve, reject</a:t>
            </a:r>
          </a:p>
          <a:p>
            <a:pPr marL="285750" lvl="1" indent="-285750">
              <a:buFont typeface="Arial" panose="020B0604020202020204" pitchFamily="34" charset="0"/>
              <a:buChar char="•"/>
            </a:pPr>
            <a:endParaRPr lang="en-US" altLang="zh-CN" dirty="0"/>
          </a:p>
          <a:p>
            <a:pPr marL="285750" lvl="1" indent="-285750">
              <a:buFont typeface="Arial" panose="020B0604020202020204" pitchFamily="34" charset="0"/>
              <a:buChar char="•"/>
            </a:pPr>
            <a:endParaRPr lang="zh-CN" altLang="zh-CN" dirty="0"/>
          </a:p>
          <a:p>
            <a:pPr lvl="0"/>
            <a:r>
              <a:rPr lang="en-US" altLang="zh-CN" dirty="0"/>
              <a:t>documents</a:t>
            </a:r>
            <a:endParaRPr lang="zh-CN" altLang="zh-CN" dirty="0"/>
          </a:p>
          <a:p>
            <a:pPr marL="285750" lvl="1" indent="-285750">
              <a:buFont typeface="Arial" panose="020B0604020202020204" pitchFamily="34" charset="0"/>
              <a:buChar char="•"/>
            </a:pPr>
            <a:r>
              <a:rPr lang="en-US" altLang="zh-CN" dirty="0"/>
              <a:t>upload, list, detail, analyze</a:t>
            </a:r>
            <a:endParaRPr lang="zh-CN" altLang="zh-CN" dirty="0"/>
          </a:p>
          <a:p>
            <a:pPr lvl="0"/>
            <a:r>
              <a:rPr lang="en-US" altLang="zh-CN" dirty="0"/>
              <a:t>assistant</a:t>
            </a:r>
            <a:endParaRPr lang="zh-CN" altLang="zh-CN" dirty="0"/>
          </a:p>
          <a:p>
            <a:pPr marL="285750" lvl="1" indent="-285750">
              <a:buFont typeface="Arial" panose="020B0604020202020204" pitchFamily="34" charset="0"/>
              <a:buChar char="•"/>
            </a:pPr>
            <a:r>
              <a:rPr lang="en-US" altLang="zh-CN" dirty="0"/>
              <a:t>execute document-centric assistant flow</a:t>
            </a:r>
            <a:endParaRPr lang="zh-CN" altLang="zh-CN" dirty="0"/>
          </a:p>
          <a:p>
            <a:pPr lvl="0"/>
            <a:r>
              <a:rPr lang="en-US" altLang="zh-CN" dirty="0"/>
              <a:t>notes</a:t>
            </a:r>
            <a:endParaRPr lang="zh-CN" altLang="zh-CN" dirty="0"/>
          </a:p>
          <a:p>
            <a:pPr marL="285750" lvl="1" indent="-285750">
              <a:buFont typeface="Arial" panose="020B0604020202020204" pitchFamily="34" charset="0"/>
              <a:buChar char="•"/>
            </a:pPr>
            <a:r>
              <a:rPr lang="en-US" altLang="zh-CN" dirty="0"/>
              <a:t>list session notes, list revisions, save document note</a:t>
            </a:r>
            <a:endParaRPr lang="zh-CN" altLang="zh-CN" dirty="0"/>
          </a:p>
          <a:p>
            <a:pPr lvl="0"/>
            <a:r>
              <a:rPr lang="en-US" altLang="zh-CN" dirty="0"/>
              <a:t>calendar</a:t>
            </a:r>
            <a:endParaRPr lang="zh-CN" altLang="zh-CN" dirty="0"/>
          </a:p>
          <a:p>
            <a:pPr marL="285750" lvl="1" indent="-285750">
              <a:buFont typeface="Arial" panose="020B0604020202020204" pitchFamily="34" charset="0"/>
              <a:buChar char="•"/>
            </a:pPr>
            <a:r>
              <a:rPr lang="en-US" altLang="zh-CN" dirty="0"/>
              <a:t>extract candidate events, create events</a:t>
            </a:r>
            <a:endParaRPr lang="zh-CN" altLang="zh-CN" dirty="0"/>
          </a:p>
          <a:p>
            <a:pPr lvl="0"/>
            <a:r>
              <a:rPr lang="en-US" altLang="zh-CN" dirty="0"/>
              <a:t>drive</a:t>
            </a:r>
            <a:endParaRPr lang="zh-CN" altLang="zh-CN" dirty="0"/>
          </a:p>
          <a:p>
            <a:pPr marL="285750" lvl="1" indent="-285750">
              <a:buFont typeface="Arial" panose="020B0604020202020204" pitchFamily="34" charset="0"/>
              <a:buChar char="•"/>
            </a:pPr>
            <a:r>
              <a:rPr lang="en-US" altLang="zh-CN" dirty="0"/>
              <a:t>archive document, query drive file info, upload export artifact</a:t>
            </a:r>
            <a:endParaRPr lang="zh-CN" altLang="zh-CN" dirty="0"/>
          </a:p>
          <a:p>
            <a:pPr lvl="0"/>
            <a:r>
              <a:rPr lang="en-US" altLang="zh-CN" dirty="0"/>
              <a:t>exports</a:t>
            </a:r>
            <a:endParaRPr lang="zh-CN" altLang="zh-CN" dirty="0"/>
          </a:p>
          <a:p>
            <a:pPr marL="285750" lvl="1" indent="-285750">
              <a:buFont typeface="Arial" panose="020B0604020202020204" pitchFamily="34" charset="0"/>
              <a:buChar char="•"/>
            </a:pPr>
            <a:r>
              <a:rPr lang="en-US" altLang="zh-CN" dirty="0"/>
              <a:t>list conversation exports, request export, list recent exports, artifact detail, download</a:t>
            </a:r>
            <a:endParaRPr lang="zh-CN" altLang="zh-CN" dirty="0"/>
          </a:p>
          <a:p>
            <a:pPr lvl="0"/>
            <a:r>
              <a:rPr lang="en-US" altLang="zh-CN" dirty="0"/>
              <a:t>default</a:t>
            </a:r>
            <a:endParaRPr lang="zh-CN" altLang="zh-CN" dirty="0"/>
          </a:p>
          <a:p>
            <a:pPr marL="285750" indent="-285750">
              <a:buFont typeface="Arial" panose="020B0604020202020204" pitchFamily="34" charset="0"/>
              <a:buChar char="•"/>
            </a:pPr>
            <a:r>
              <a:rPr lang="en-US" altLang="zh-CN" dirty="0"/>
              <a:t>health endpoint</a:t>
            </a:r>
            <a:endParaRPr lang="zh-CN" altLang="zh-CN" dirty="0"/>
          </a:p>
        </p:txBody>
      </p:sp>
    </p:spTree>
    <p:extLst>
      <p:ext uri="{BB962C8B-B14F-4D97-AF65-F5344CB8AC3E}">
        <p14:creationId xmlns:p14="http://schemas.microsoft.com/office/powerpoint/2010/main" val="903536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4"/>
        <p:cNvGrpSpPr/>
        <p:nvPr/>
      </p:nvGrpSpPr>
      <p:grpSpPr>
        <a:xfrm>
          <a:off x="0" y="0"/>
          <a:ext cx="0" cy="0"/>
          <a:chOff x="0" y="0"/>
          <a:chExt cx="0" cy="0"/>
        </a:xfrm>
      </p:grpSpPr>
      <p:sp>
        <p:nvSpPr>
          <p:cNvPr id="1325" name="Google Shape;1325;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Database Design</a:t>
            </a:r>
            <a:endParaRPr dirty="0"/>
          </a:p>
        </p:txBody>
      </p:sp>
      <p:sp>
        <p:nvSpPr>
          <p:cNvPr id="3" name="文本框 2">
            <a:extLst>
              <a:ext uri="{FF2B5EF4-FFF2-40B4-BE49-F238E27FC236}">
                <a16:creationId xmlns:a16="http://schemas.microsoft.com/office/drawing/2014/main" id="{4B400011-5194-0013-C5F3-1E373882D564}"/>
              </a:ext>
            </a:extLst>
          </p:cNvPr>
          <p:cNvSpPr txBox="1"/>
          <p:nvPr/>
        </p:nvSpPr>
        <p:spPr>
          <a:xfrm>
            <a:off x="720001" y="1017725"/>
            <a:ext cx="3166200" cy="3416320"/>
          </a:xfrm>
          <a:prstGeom prst="rect">
            <a:avLst/>
          </a:prstGeom>
          <a:noFill/>
        </p:spPr>
        <p:txBody>
          <a:bodyPr wrap="square">
            <a:spAutoFit/>
          </a:bodyPr>
          <a:lstStyle/>
          <a:p>
            <a:pPr lvl="0">
              <a:buClr>
                <a:schemeClr val="dk1"/>
              </a:buClr>
              <a:buSzPts val="1200"/>
            </a:pPr>
            <a:r>
              <a:rPr lang="en-US" altLang="zh-CN" sz="1200" dirty="0">
                <a:solidFill>
                  <a:schemeClr val="dk1"/>
                </a:solidFill>
                <a:latin typeface="+mn-lt"/>
                <a:ea typeface="Lato"/>
                <a:cs typeface="Lato"/>
                <a:sym typeface="Lato"/>
              </a:rPr>
              <a:t>SQLite chosen for:</a:t>
            </a:r>
            <a:endParaRPr lang="zh-CN" altLang="zh-CN" sz="1200" dirty="0">
              <a:solidFill>
                <a:schemeClr val="dk1"/>
              </a:solidFill>
              <a:latin typeface="+mn-lt"/>
              <a:cs typeface="Lato"/>
              <a:sym typeface="Lato"/>
            </a:endParaRPr>
          </a:p>
          <a:p>
            <a:pPr marL="171450" lvl="3"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simple local setup</a:t>
            </a:r>
            <a:endParaRPr lang="zh-CN" altLang="zh-CN" sz="1200" dirty="0">
              <a:solidFill>
                <a:schemeClr val="dk1"/>
              </a:solidFill>
              <a:latin typeface="+mn-lt"/>
              <a:cs typeface="Lato"/>
              <a:sym typeface="Lato"/>
            </a:endParaRPr>
          </a:p>
          <a:p>
            <a:pPr marL="171450" lvl="1"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lightweight deployment</a:t>
            </a:r>
            <a:endParaRPr lang="zh-CN" altLang="zh-CN" sz="1200" dirty="0">
              <a:solidFill>
                <a:schemeClr val="dk1"/>
              </a:solidFill>
              <a:latin typeface="+mn-lt"/>
              <a:cs typeface="Lato"/>
              <a:sym typeface="Lato"/>
            </a:endParaRPr>
          </a:p>
          <a:p>
            <a:pPr marL="171450" lvl="1"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good integration with </a:t>
            </a:r>
            <a:r>
              <a:rPr lang="en-US" altLang="zh-CN" sz="1200" dirty="0" err="1">
                <a:solidFill>
                  <a:schemeClr val="dk1"/>
                </a:solidFill>
                <a:latin typeface="+mn-lt"/>
                <a:ea typeface="Lato"/>
                <a:cs typeface="Lato"/>
                <a:sym typeface="Lato"/>
              </a:rPr>
              <a:t>SQLAlchemy</a:t>
            </a:r>
            <a:r>
              <a:rPr lang="en-US" altLang="zh-CN" sz="1200" dirty="0">
                <a:solidFill>
                  <a:schemeClr val="dk1"/>
                </a:solidFill>
                <a:latin typeface="+mn-lt"/>
                <a:ea typeface="Lato"/>
                <a:cs typeface="Lato"/>
                <a:sym typeface="Lato"/>
              </a:rPr>
              <a:t> and Alembic</a:t>
            </a:r>
            <a:endParaRPr lang="zh-CN" altLang="zh-CN" sz="1200" dirty="0">
              <a:solidFill>
                <a:schemeClr val="dk1"/>
              </a:solidFill>
              <a:latin typeface="+mn-lt"/>
              <a:cs typeface="Lato"/>
              <a:sym typeface="Lato"/>
            </a:endParaRPr>
          </a:p>
          <a:p>
            <a:pPr marL="171450" lvl="1"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sufficient persistence for coursework-scale evaluation</a:t>
            </a:r>
            <a:endParaRPr lang="zh-CN" altLang="zh-CN" sz="1200" dirty="0">
              <a:solidFill>
                <a:schemeClr val="dk1"/>
              </a:solidFill>
              <a:latin typeface="+mn-lt"/>
              <a:cs typeface="Lato"/>
              <a:sym typeface="Lato"/>
            </a:endParaRPr>
          </a:p>
          <a:p>
            <a:pPr lvl="0">
              <a:buClr>
                <a:schemeClr val="dk1"/>
              </a:buClr>
              <a:buSzPts val="1200"/>
            </a:pPr>
            <a:r>
              <a:rPr lang="en-US" altLang="zh-CN" sz="1200" dirty="0">
                <a:solidFill>
                  <a:schemeClr val="dk1"/>
                </a:solidFill>
                <a:latin typeface="+mn-lt"/>
                <a:ea typeface="Lato"/>
                <a:cs typeface="Lato"/>
                <a:sym typeface="Lato"/>
              </a:rPr>
              <a:t>Persisted data includes:</a:t>
            </a:r>
            <a:endParaRPr lang="zh-CN" altLang="zh-CN" sz="1200" dirty="0">
              <a:solidFill>
                <a:schemeClr val="dk1"/>
              </a:solidFill>
              <a:latin typeface="+mn-lt"/>
              <a:cs typeface="Lato"/>
              <a:sym typeface="Lato"/>
            </a:endParaRPr>
          </a:p>
          <a:p>
            <a:pPr marL="171450" lvl="1"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users</a:t>
            </a:r>
            <a:endParaRPr lang="zh-CN" altLang="zh-CN" sz="1200" dirty="0">
              <a:solidFill>
                <a:schemeClr val="dk1"/>
              </a:solidFill>
              <a:latin typeface="+mn-lt"/>
              <a:cs typeface="Lato"/>
              <a:sym typeface="Lato"/>
            </a:endParaRPr>
          </a:p>
          <a:p>
            <a:pPr marL="171450" lvl="1"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credentials</a:t>
            </a:r>
            <a:endParaRPr lang="zh-CN" altLang="zh-CN" sz="1200" dirty="0">
              <a:solidFill>
                <a:schemeClr val="dk1"/>
              </a:solidFill>
              <a:latin typeface="+mn-lt"/>
              <a:cs typeface="Lato"/>
              <a:sym typeface="Lato"/>
            </a:endParaRPr>
          </a:p>
          <a:p>
            <a:pPr marL="171450" lvl="1"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documents</a:t>
            </a:r>
            <a:endParaRPr lang="zh-CN" altLang="zh-CN" sz="1200" dirty="0">
              <a:solidFill>
                <a:schemeClr val="dk1"/>
              </a:solidFill>
              <a:latin typeface="+mn-lt"/>
              <a:cs typeface="Lato"/>
              <a:sym typeface="Lato"/>
            </a:endParaRPr>
          </a:p>
          <a:p>
            <a:pPr marL="171450" lvl="1"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conversations</a:t>
            </a:r>
            <a:endParaRPr lang="zh-CN" altLang="zh-CN" sz="1200" dirty="0">
              <a:solidFill>
                <a:schemeClr val="dk1"/>
              </a:solidFill>
              <a:latin typeface="+mn-lt"/>
              <a:cs typeface="Lato"/>
              <a:sym typeface="Lato"/>
            </a:endParaRPr>
          </a:p>
          <a:p>
            <a:pPr marL="171450" lvl="1"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messages</a:t>
            </a:r>
            <a:endParaRPr lang="zh-CN" altLang="zh-CN" sz="1200" dirty="0">
              <a:solidFill>
                <a:schemeClr val="dk1"/>
              </a:solidFill>
              <a:latin typeface="+mn-lt"/>
              <a:cs typeface="Lato"/>
              <a:sym typeface="Lato"/>
            </a:endParaRPr>
          </a:p>
          <a:p>
            <a:pPr marL="171450" lvl="1"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assistant runs</a:t>
            </a:r>
            <a:endParaRPr lang="zh-CN" altLang="zh-CN" sz="1200" dirty="0">
              <a:solidFill>
                <a:schemeClr val="dk1"/>
              </a:solidFill>
              <a:latin typeface="+mn-lt"/>
              <a:cs typeface="Lato"/>
              <a:sym typeface="Lato"/>
            </a:endParaRPr>
          </a:p>
          <a:p>
            <a:pPr marL="171450" lvl="1"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tool calls and approvals</a:t>
            </a:r>
            <a:endParaRPr lang="zh-CN" altLang="zh-CN" sz="1200" dirty="0">
              <a:solidFill>
                <a:schemeClr val="dk1"/>
              </a:solidFill>
              <a:latin typeface="+mn-lt"/>
              <a:cs typeface="Lato"/>
              <a:sym typeface="Lato"/>
            </a:endParaRPr>
          </a:p>
          <a:p>
            <a:pPr marL="171450" lvl="1"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session notes and note revisions</a:t>
            </a:r>
            <a:endParaRPr lang="zh-CN" altLang="zh-CN" sz="1200" dirty="0">
              <a:solidFill>
                <a:schemeClr val="dk1"/>
              </a:solidFill>
              <a:latin typeface="+mn-lt"/>
              <a:cs typeface="Lato"/>
              <a:sym typeface="Lato"/>
            </a:endParaRPr>
          </a:p>
          <a:p>
            <a:pPr marL="171450" lvl="1"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candidate events</a:t>
            </a:r>
            <a:endParaRPr lang="zh-CN" altLang="zh-CN" sz="1200" dirty="0">
              <a:solidFill>
                <a:schemeClr val="dk1"/>
              </a:solidFill>
              <a:latin typeface="+mn-lt"/>
              <a:cs typeface="Lato"/>
              <a:sym typeface="Lato"/>
            </a:endParaRPr>
          </a:p>
          <a:p>
            <a:pPr marL="171450" indent="-171450">
              <a:buClr>
                <a:schemeClr val="dk1"/>
              </a:buClr>
              <a:buSzPts val="1200"/>
              <a:buFont typeface="Arial" panose="020B0604020202020204" pitchFamily="34" charset="0"/>
              <a:buChar char="•"/>
            </a:pPr>
            <a:r>
              <a:rPr lang="en-US" altLang="zh-CN" sz="1200" dirty="0">
                <a:solidFill>
                  <a:schemeClr val="dk1"/>
                </a:solidFill>
                <a:latin typeface="+mn-lt"/>
                <a:ea typeface="Lato"/>
                <a:cs typeface="Lato"/>
                <a:sym typeface="Lato"/>
              </a:rPr>
              <a:t>export artifacts</a:t>
            </a:r>
            <a:endParaRPr lang="zh-CN" altLang="en-US" sz="1200" dirty="0">
              <a:solidFill>
                <a:schemeClr val="dk1"/>
              </a:solidFill>
              <a:latin typeface="+mn-lt"/>
              <a:cs typeface="Lato"/>
              <a:sym typeface="Lato"/>
            </a:endParaRPr>
          </a:p>
        </p:txBody>
      </p:sp>
      <p:pic>
        <p:nvPicPr>
          <p:cNvPr id="4" name="图片 3">
            <a:extLst>
              <a:ext uri="{FF2B5EF4-FFF2-40B4-BE49-F238E27FC236}">
                <a16:creationId xmlns:a16="http://schemas.microsoft.com/office/drawing/2014/main" id="{EE5BC430-3CD3-BC47-0931-F3BE5376A19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12677"/>
          <a:stretch>
            <a:fillRect/>
          </a:stretch>
        </p:blipFill>
        <p:spPr bwMode="auto">
          <a:xfrm>
            <a:off x="2975309" y="1849441"/>
            <a:ext cx="6068246" cy="3250949"/>
          </a:xfrm>
          <a:prstGeom prst="rect">
            <a:avLst/>
          </a:prstGeom>
          <a:noFill/>
          <a:ln>
            <a:noFill/>
          </a:ln>
          <a:extLst>
            <a:ext uri="{53640926-AAD7-44D8-BBD7-CCE9431645EC}">
              <a14:shadowObscured xmlns:a14="http://schemas.microsoft.com/office/drawing/2010/main"/>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8"/>
        <p:cNvGrpSpPr/>
        <p:nvPr/>
      </p:nvGrpSpPr>
      <p:grpSpPr>
        <a:xfrm>
          <a:off x="0" y="0"/>
          <a:ext cx="0" cy="0"/>
          <a:chOff x="0" y="0"/>
          <a:chExt cx="0" cy="0"/>
        </a:xfrm>
      </p:grpSpPr>
      <p:sp>
        <p:nvSpPr>
          <p:cNvPr id="1469" name="Google Shape;1469;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US" altLang="zh-CN" dirty="0"/>
              <a:t>Frontend Design</a:t>
            </a:r>
            <a:endParaRPr lang="zh-CN" altLang="zh-CN" dirty="0"/>
          </a:p>
        </p:txBody>
      </p:sp>
      <p:sp>
        <p:nvSpPr>
          <p:cNvPr id="4" name="Google Shape;1112;p34">
            <a:extLst>
              <a:ext uri="{FF2B5EF4-FFF2-40B4-BE49-F238E27FC236}">
                <a16:creationId xmlns:a16="http://schemas.microsoft.com/office/drawing/2014/main" id="{E1886EE9-B9DD-C013-97C4-5BA93F03360E}"/>
              </a:ext>
            </a:extLst>
          </p:cNvPr>
          <p:cNvSpPr txBox="1">
            <a:spLocks/>
          </p:cNvSpPr>
          <p:nvPr/>
        </p:nvSpPr>
        <p:spPr>
          <a:xfrm>
            <a:off x="720000" y="1326354"/>
            <a:ext cx="4462487" cy="337212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altLang="zh-CN" dirty="0"/>
              <a:t>Main UI regions:</a:t>
            </a:r>
            <a:endParaRPr lang="zh-CN" altLang="zh-CN" dirty="0"/>
          </a:p>
          <a:p>
            <a:pPr marL="285750" lvl="1" indent="-285750">
              <a:buFont typeface="Arial" panose="020B0604020202020204" pitchFamily="34" charset="0"/>
              <a:buChar char="•"/>
            </a:pPr>
            <a:r>
              <a:rPr lang="en-US" altLang="zh-CN" dirty="0"/>
              <a:t>sidebar with navigation and conversation history</a:t>
            </a:r>
            <a:endParaRPr lang="zh-CN" altLang="zh-CN" dirty="0"/>
          </a:p>
          <a:p>
            <a:pPr marL="285750" lvl="1" indent="-285750">
              <a:buFont typeface="Arial" panose="020B0604020202020204" pitchFamily="34" charset="0"/>
              <a:buChar char="•"/>
            </a:pPr>
            <a:r>
              <a:rPr lang="en-US" altLang="zh-CN" dirty="0"/>
              <a:t>central message timeline</a:t>
            </a:r>
            <a:endParaRPr lang="zh-CN" altLang="zh-CN" dirty="0"/>
          </a:p>
          <a:p>
            <a:pPr marL="285750" lvl="1" indent="-285750">
              <a:buFont typeface="Arial" panose="020B0604020202020204" pitchFamily="34" charset="0"/>
              <a:buChar char="•"/>
            </a:pPr>
            <a:r>
              <a:rPr lang="en-US" altLang="zh-CN" dirty="0"/>
              <a:t>bottom composer for text input and PDF upload</a:t>
            </a:r>
            <a:endParaRPr lang="zh-CN" altLang="zh-CN" dirty="0"/>
          </a:p>
          <a:p>
            <a:pPr marL="285750" lvl="1" indent="-285750">
              <a:buFont typeface="Arial" panose="020B0604020202020204" pitchFamily="34" charset="0"/>
              <a:buChar char="•"/>
            </a:pPr>
            <a:r>
              <a:rPr lang="en-US" altLang="zh-CN" dirty="0"/>
              <a:t>note panel</a:t>
            </a:r>
            <a:endParaRPr lang="zh-CN" altLang="zh-CN" dirty="0"/>
          </a:p>
          <a:p>
            <a:pPr marL="285750" lvl="1" indent="-285750">
              <a:buFont typeface="Arial" panose="020B0604020202020204" pitchFamily="34" charset="0"/>
              <a:buChar char="•"/>
            </a:pPr>
            <a:r>
              <a:rPr lang="en-US" altLang="zh-CN" dirty="0"/>
              <a:t>artifact panel</a:t>
            </a:r>
            <a:endParaRPr lang="zh-CN" altLang="zh-CN" dirty="0"/>
          </a:p>
          <a:p>
            <a:pPr marL="285750" lvl="1" indent="-285750">
              <a:buFont typeface="Arial" panose="020B0604020202020204" pitchFamily="34" charset="0"/>
              <a:buChar char="•"/>
            </a:pPr>
            <a:r>
              <a:rPr lang="en-US" altLang="zh-CN" dirty="0"/>
              <a:t>approval modal</a:t>
            </a:r>
            <a:endParaRPr lang="zh-CN" altLang="zh-CN" dirty="0"/>
          </a:p>
          <a:p>
            <a:pPr lvl="0"/>
            <a:r>
              <a:rPr lang="en-US" altLang="zh-CN" dirty="0"/>
              <a:t>Assistant messages and notes use Markdown rendering</a:t>
            </a:r>
            <a:endParaRPr lang="zh-CN" altLang="zh-CN" dirty="0"/>
          </a:p>
          <a:p>
            <a:r>
              <a:rPr lang="en-US" altLang="zh-CN" dirty="0"/>
              <a:t>Export artifacts support direct download and Drive-upload requests</a:t>
            </a:r>
            <a:endParaRPr lang="zh-CN"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8">
          <a:extLst>
            <a:ext uri="{FF2B5EF4-FFF2-40B4-BE49-F238E27FC236}">
              <a16:creationId xmlns:a16="http://schemas.microsoft.com/office/drawing/2014/main" id="{B2F8D936-9594-2DA8-33B8-AD1278173E82}"/>
            </a:ext>
          </a:extLst>
        </p:cNvPr>
        <p:cNvGrpSpPr/>
        <p:nvPr/>
      </p:nvGrpSpPr>
      <p:grpSpPr>
        <a:xfrm>
          <a:off x="0" y="0"/>
          <a:ext cx="0" cy="0"/>
          <a:chOff x="0" y="0"/>
          <a:chExt cx="0" cy="0"/>
        </a:xfrm>
      </p:grpSpPr>
      <p:sp>
        <p:nvSpPr>
          <p:cNvPr id="1110" name="Google Shape;1110;p34">
            <a:extLst>
              <a:ext uri="{FF2B5EF4-FFF2-40B4-BE49-F238E27FC236}">
                <a16:creationId xmlns:a16="http://schemas.microsoft.com/office/drawing/2014/main" id="{926F1F64-B687-0F58-F450-92FA2959E21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US" altLang="zh-CN" sz="2400" dirty="0"/>
              <a:t>Example Workflow 1: Sign Up and Login</a:t>
            </a:r>
            <a:endParaRPr lang="zh-CN" altLang="zh-CN" sz="2400" dirty="0"/>
          </a:p>
        </p:txBody>
      </p:sp>
      <p:sp>
        <p:nvSpPr>
          <p:cNvPr id="1112" name="Google Shape;1112;p34">
            <a:extLst>
              <a:ext uri="{FF2B5EF4-FFF2-40B4-BE49-F238E27FC236}">
                <a16:creationId xmlns:a16="http://schemas.microsoft.com/office/drawing/2014/main" id="{8CDEED1F-286D-1683-B21F-C7433B79F34D}"/>
              </a:ext>
            </a:extLst>
          </p:cNvPr>
          <p:cNvSpPr txBox="1">
            <a:spLocks noGrp="1"/>
          </p:cNvSpPr>
          <p:nvPr>
            <p:ph type="subTitle" idx="2"/>
          </p:nvPr>
        </p:nvSpPr>
        <p:spPr>
          <a:xfrm>
            <a:off x="582706" y="1326353"/>
            <a:ext cx="7841294" cy="3372121"/>
          </a:xfrm>
          <a:prstGeom prst="rect">
            <a:avLst/>
          </a:prstGeom>
        </p:spPr>
        <p:txBody>
          <a:bodyPr spcFirstLastPara="1" wrap="square" lIns="91425" tIns="91425" rIns="91425" bIns="91425" anchor="t" anchorCtr="0">
            <a:noAutofit/>
          </a:bodyPr>
          <a:lstStyle/>
          <a:p>
            <a:pPr marL="171450" indent="-171450">
              <a:buFont typeface="Arial" panose="020B0604020202020204" pitchFamily="34" charset="0"/>
              <a:buChar char="•"/>
            </a:pPr>
            <a:r>
              <a:rPr lang="en-US" altLang="zh-CN" sz="1400" dirty="0">
                <a:latin typeface="+mj-lt"/>
              </a:rPr>
              <a:t>The workflow begins by creating an account and signing into the system. Once authenticated, the user gains access to the protected workspace, including the dashboard, chat page, and settings page.</a:t>
            </a:r>
            <a:endParaRPr lang="zh-CN" altLang="zh-CN" sz="1400" dirty="0">
              <a:latin typeface="+mj-lt"/>
            </a:endParaRPr>
          </a:p>
        </p:txBody>
      </p:sp>
      <p:grpSp>
        <p:nvGrpSpPr>
          <p:cNvPr id="1114" name="Google Shape;1114;p34">
            <a:extLst>
              <a:ext uri="{FF2B5EF4-FFF2-40B4-BE49-F238E27FC236}">
                <a16:creationId xmlns:a16="http://schemas.microsoft.com/office/drawing/2014/main" id="{0B56B16A-DF0F-A2D2-7742-94BAF592A7D0}"/>
              </a:ext>
            </a:extLst>
          </p:cNvPr>
          <p:cNvGrpSpPr/>
          <p:nvPr/>
        </p:nvGrpSpPr>
        <p:grpSpPr>
          <a:xfrm>
            <a:off x="7658533" y="701383"/>
            <a:ext cx="1187311" cy="624971"/>
            <a:chOff x="3859815" y="2867310"/>
            <a:chExt cx="1262157" cy="664368"/>
          </a:xfrm>
        </p:grpSpPr>
        <p:sp>
          <p:nvSpPr>
            <p:cNvPr id="1115" name="Google Shape;1115;p34">
              <a:extLst>
                <a:ext uri="{FF2B5EF4-FFF2-40B4-BE49-F238E27FC236}">
                  <a16:creationId xmlns:a16="http://schemas.microsoft.com/office/drawing/2014/main" id="{24A46D1F-B4CD-13B9-56CC-BFF9AC50E8FB}"/>
                </a:ext>
              </a:extLst>
            </p:cNvPr>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116" name="Google Shape;1116;p34">
              <a:extLst>
                <a:ext uri="{FF2B5EF4-FFF2-40B4-BE49-F238E27FC236}">
                  <a16:creationId xmlns:a16="http://schemas.microsoft.com/office/drawing/2014/main" id="{701B29F9-9E8F-A14B-5A25-BBB6803A8C99}"/>
                </a:ext>
              </a:extLst>
            </p:cNvPr>
            <p:cNvGrpSpPr/>
            <p:nvPr/>
          </p:nvGrpSpPr>
          <p:grpSpPr>
            <a:xfrm>
              <a:off x="4275677" y="3065525"/>
              <a:ext cx="334517" cy="380047"/>
              <a:chOff x="4275677" y="3065525"/>
              <a:chExt cx="334517" cy="380047"/>
            </a:xfrm>
          </p:grpSpPr>
          <p:grpSp>
            <p:nvGrpSpPr>
              <p:cNvPr id="1117" name="Google Shape;1117;p34">
                <a:extLst>
                  <a:ext uri="{FF2B5EF4-FFF2-40B4-BE49-F238E27FC236}">
                    <a16:creationId xmlns:a16="http://schemas.microsoft.com/office/drawing/2014/main" id="{C01D32FD-C47C-B51B-795A-C98EDF0DD894}"/>
                  </a:ext>
                </a:extLst>
              </p:cNvPr>
              <p:cNvGrpSpPr/>
              <p:nvPr/>
            </p:nvGrpSpPr>
            <p:grpSpPr>
              <a:xfrm>
                <a:off x="4275677" y="3065525"/>
                <a:ext cx="334517" cy="380047"/>
                <a:chOff x="4275677" y="3065525"/>
                <a:chExt cx="334517" cy="380047"/>
              </a:xfrm>
            </p:grpSpPr>
            <p:grpSp>
              <p:nvGrpSpPr>
                <p:cNvPr id="1118" name="Google Shape;1118;p34">
                  <a:extLst>
                    <a:ext uri="{FF2B5EF4-FFF2-40B4-BE49-F238E27FC236}">
                      <a16:creationId xmlns:a16="http://schemas.microsoft.com/office/drawing/2014/main" id="{41E3FAD1-26BC-4091-267C-B13BD8FF7F44}"/>
                    </a:ext>
                  </a:extLst>
                </p:cNvPr>
                <p:cNvGrpSpPr/>
                <p:nvPr/>
              </p:nvGrpSpPr>
              <p:grpSpPr>
                <a:xfrm>
                  <a:off x="4275677" y="3301269"/>
                  <a:ext cx="334422" cy="144303"/>
                  <a:chOff x="4275677" y="3301269"/>
                  <a:chExt cx="334422" cy="144303"/>
                </a:xfrm>
              </p:grpSpPr>
              <p:sp>
                <p:nvSpPr>
                  <p:cNvPr id="1119" name="Google Shape;1119;p34">
                    <a:extLst>
                      <a:ext uri="{FF2B5EF4-FFF2-40B4-BE49-F238E27FC236}">
                        <a16:creationId xmlns:a16="http://schemas.microsoft.com/office/drawing/2014/main" id="{FCA7EEAF-1CBB-F08B-F2D4-4FEAD32E9F6D}"/>
                      </a:ext>
                    </a:extLst>
                  </p:cNvPr>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0" name="Google Shape;1120;p34">
                    <a:extLst>
                      <a:ext uri="{FF2B5EF4-FFF2-40B4-BE49-F238E27FC236}">
                        <a16:creationId xmlns:a16="http://schemas.microsoft.com/office/drawing/2014/main" id="{B723A642-E1B0-8827-C701-D882D9D2DAC1}"/>
                      </a:ext>
                    </a:extLst>
                  </p:cNvPr>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1" name="Google Shape;1121;p34">
                  <a:extLst>
                    <a:ext uri="{FF2B5EF4-FFF2-40B4-BE49-F238E27FC236}">
                      <a16:creationId xmlns:a16="http://schemas.microsoft.com/office/drawing/2014/main" id="{74B9D436-60E0-34E9-F350-DD33BD892CDC}"/>
                    </a:ext>
                  </a:extLst>
                </p:cNvPr>
                <p:cNvGrpSpPr/>
                <p:nvPr/>
              </p:nvGrpSpPr>
              <p:grpSpPr>
                <a:xfrm>
                  <a:off x="4275677" y="3183350"/>
                  <a:ext cx="334422" cy="144302"/>
                  <a:chOff x="4275677" y="3183350"/>
                  <a:chExt cx="334422" cy="144302"/>
                </a:xfrm>
              </p:grpSpPr>
              <p:sp>
                <p:nvSpPr>
                  <p:cNvPr id="1122" name="Google Shape;1122;p34">
                    <a:extLst>
                      <a:ext uri="{FF2B5EF4-FFF2-40B4-BE49-F238E27FC236}">
                        <a16:creationId xmlns:a16="http://schemas.microsoft.com/office/drawing/2014/main" id="{D8A7BB8A-0D25-DA27-694A-F98CE79638F4}"/>
                      </a:ext>
                    </a:extLst>
                  </p:cNvPr>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3" name="Google Shape;1123;p34">
                    <a:extLst>
                      <a:ext uri="{FF2B5EF4-FFF2-40B4-BE49-F238E27FC236}">
                        <a16:creationId xmlns:a16="http://schemas.microsoft.com/office/drawing/2014/main" id="{435B5600-2FBD-728F-5613-4F0FF45D9D10}"/>
                      </a:ext>
                    </a:extLst>
                  </p:cNvPr>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4" name="Google Shape;1124;p34">
                  <a:extLst>
                    <a:ext uri="{FF2B5EF4-FFF2-40B4-BE49-F238E27FC236}">
                      <a16:creationId xmlns:a16="http://schemas.microsoft.com/office/drawing/2014/main" id="{0DF3F0A6-D6CA-A98F-4102-873E338031B3}"/>
                    </a:ext>
                  </a:extLst>
                </p:cNvPr>
                <p:cNvGrpSpPr/>
                <p:nvPr/>
              </p:nvGrpSpPr>
              <p:grpSpPr>
                <a:xfrm>
                  <a:off x="4275677" y="3065525"/>
                  <a:ext cx="334517" cy="144303"/>
                  <a:chOff x="4275677" y="3065525"/>
                  <a:chExt cx="334517" cy="144303"/>
                </a:xfrm>
              </p:grpSpPr>
              <p:sp>
                <p:nvSpPr>
                  <p:cNvPr id="1125" name="Google Shape;1125;p34">
                    <a:extLst>
                      <a:ext uri="{FF2B5EF4-FFF2-40B4-BE49-F238E27FC236}">
                        <a16:creationId xmlns:a16="http://schemas.microsoft.com/office/drawing/2014/main" id="{5C569C77-A8BC-B2D7-8DA3-CB2BB935C30B}"/>
                      </a:ext>
                    </a:extLst>
                  </p:cNvPr>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6" name="Google Shape;1126;p34">
                    <a:extLst>
                      <a:ext uri="{FF2B5EF4-FFF2-40B4-BE49-F238E27FC236}">
                        <a16:creationId xmlns:a16="http://schemas.microsoft.com/office/drawing/2014/main" id="{F988F445-415D-D96F-3C9B-46B452B9A4A7}"/>
                      </a:ext>
                    </a:extLst>
                  </p:cNvPr>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127" name="Google Shape;1127;p34">
                <a:extLst>
                  <a:ext uri="{FF2B5EF4-FFF2-40B4-BE49-F238E27FC236}">
                    <a16:creationId xmlns:a16="http://schemas.microsoft.com/office/drawing/2014/main" id="{4FD47AF0-D506-E672-AE5D-A96E70BBB071}"/>
                  </a:ext>
                </a:extLst>
              </p:cNvPr>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8" name="Google Shape;1128;p34">
                <a:extLst>
                  <a:ext uri="{FF2B5EF4-FFF2-40B4-BE49-F238E27FC236}">
                    <a16:creationId xmlns:a16="http://schemas.microsoft.com/office/drawing/2014/main" id="{7E44FAA2-E282-2326-2545-253EEA0F847E}"/>
                  </a:ext>
                </a:extLst>
              </p:cNvPr>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9" name="Google Shape;1129;p34">
                <a:extLst>
                  <a:ext uri="{FF2B5EF4-FFF2-40B4-BE49-F238E27FC236}">
                    <a16:creationId xmlns:a16="http://schemas.microsoft.com/office/drawing/2014/main" id="{07B5C754-C123-35F1-5412-28F3BE3BB968}"/>
                  </a:ext>
                </a:extLst>
              </p:cNvPr>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pic>
        <p:nvPicPr>
          <p:cNvPr id="2" name="图片 1">
            <a:extLst>
              <a:ext uri="{FF2B5EF4-FFF2-40B4-BE49-F238E27FC236}">
                <a16:creationId xmlns:a16="http://schemas.microsoft.com/office/drawing/2014/main" id="{B8AE6446-7370-343E-E9DE-5C6A37B77F31}"/>
              </a:ext>
            </a:extLst>
          </p:cNvPr>
          <p:cNvPicPr>
            <a:picLocks noChangeAspect="1"/>
          </p:cNvPicPr>
          <p:nvPr/>
        </p:nvPicPr>
        <p:blipFill>
          <a:blip r:embed="rId3"/>
          <a:stretch>
            <a:fillRect/>
          </a:stretch>
        </p:blipFill>
        <p:spPr>
          <a:xfrm>
            <a:off x="720000" y="2104718"/>
            <a:ext cx="3675881" cy="2296953"/>
          </a:xfrm>
          <a:prstGeom prst="rect">
            <a:avLst/>
          </a:prstGeom>
        </p:spPr>
      </p:pic>
      <p:pic>
        <p:nvPicPr>
          <p:cNvPr id="3" name="图片 2">
            <a:extLst>
              <a:ext uri="{FF2B5EF4-FFF2-40B4-BE49-F238E27FC236}">
                <a16:creationId xmlns:a16="http://schemas.microsoft.com/office/drawing/2014/main" id="{CB7B6631-CD30-9AD4-B3EE-26087BB505B1}"/>
              </a:ext>
            </a:extLst>
          </p:cNvPr>
          <p:cNvPicPr>
            <a:picLocks noChangeAspect="1"/>
          </p:cNvPicPr>
          <p:nvPr/>
        </p:nvPicPr>
        <p:blipFill>
          <a:blip r:embed="rId4"/>
          <a:stretch>
            <a:fillRect/>
          </a:stretch>
        </p:blipFill>
        <p:spPr>
          <a:xfrm>
            <a:off x="4395882" y="2104718"/>
            <a:ext cx="3675882" cy="2296953"/>
          </a:xfrm>
          <a:prstGeom prst="rect">
            <a:avLst/>
          </a:prstGeom>
        </p:spPr>
      </p:pic>
    </p:spTree>
    <p:extLst>
      <p:ext uri="{BB962C8B-B14F-4D97-AF65-F5344CB8AC3E}">
        <p14:creationId xmlns:p14="http://schemas.microsoft.com/office/powerpoint/2010/main" val="503445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08">
          <a:extLst>
            <a:ext uri="{FF2B5EF4-FFF2-40B4-BE49-F238E27FC236}">
              <a16:creationId xmlns:a16="http://schemas.microsoft.com/office/drawing/2014/main" id="{8858B8FC-1218-1A81-C9CD-0F41BC53C024}"/>
            </a:ext>
          </a:extLst>
        </p:cNvPr>
        <p:cNvGrpSpPr/>
        <p:nvPr/>
      </p:nvGrpSpPr>
      <p:grpSpPr>
        <a:xfrm>
          <a:off x="0" y="0"/>
          <a:ext cx="0" cy="0"/>
          <a:chOff x="0" y="0"/>
          <a:chExt cx="0" cy="0"/>
        </a:xfrm>
      </p:grpSpPr>
      <p:sp>
        <p:nvSpPr>
          <p:cNvPr id="1110" name="Google Shape;1110;p34">
            <a:extLst>
              <a:ext uri="{FF2B5EF4-FFF2-40B4-BE49-F238E27FC236}">
                <a16:creationId xmlns:a16="http://schemas.microsoft.com/office/drawing/2014/main" id="{977FE366-991E-5FE7-4C7B-5607FB8BF590}"/>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US" altLang="zh-CN" sz="2400" dirty="0"/>
              <a:t>Example Workflow 2: OpenAI &amp; Google config</a:t>
            </a:r>
            <a:endParaRPr lang="zh-CN" altLang="zh-CN" sz="2400" dirty="0"/>
          </a:p>
        </p:txBody>
      </p:sp>
      <p:sp>
        <p:nvSpPr>
          <p:cNvPr id="1112" name="Google Shape;1112;p34">
            <a:extLst>
              <a:ext uri="{FF2B5EF4-FFF2-40B4-BE49-F238E27FC236}">
                <a16:creationId xmlns:a16="http://schemas.microsoft.com/office/drawing/2014/main" id="{B85C408C-0FDE-7377-E66B-A9A221FD3926}"/>
              </a:ext>
            </a:extLst>
          </p:cNvPr>
          <p:cNvSpPr txBox="1">
            <a:spLocks noGrp="1"/>
          </p:cNvSpPr>
          <p:nvPr>
            <p:ph type="subTitle" idx="2"/>
          </p:nvPr>
        </p:nvSpPr>
        <p:spPr>
          <a:xfrm>
            <a:off x="582706" y="1326353"/>
            <a:ext cx="7841294" cy="3372121"/>
          </a:xfrm>
          <a:prstGeom prst="rect">
            <a:avLst/>
          </a:prstGeom>
        </p:spPr>
        <p:txBody>
          <a:bodyPr spcFirstLastPara="1" wrap="square" lIns="91425" tIns="91425" rIns="91425" bIns="91425" anchor="t" anchorCtr="0">
            <a:noAutofit/>
          </a:bodyPr>
          <a:lstStyle/>
          <a:p>
            <a:pPr marL="171450" indent="-171450">
              <a:buFont typeface="Arial" panose="020B0604020202020204" pitchFamily="34" charset="0"/>
              <a:buChar char="•"/>
            </a:pPr>
            <a:r>
              <a:rPr lang="en-US" altLang="zh-CN" sz="1400" dirty="0">
                <a:latin typeface="+mj-lt"/>
              </a:rPr>
              <a:t>After login, the Settings page is used to configure the OpenAI API key and connect the Google account through OAuth. This step is necessary because assistant reasoning and external actions depend on per-user credentials.</a:t>
            </a:r>
            <a:endParaRPr lang="zh-CN" altLang="zh-CN" sz="1400" dirty="0">
              <a:latin typeface="+mj-lt"/>
            </a:endParaRPr>
          </a:p>
        </p:txBody>
      </p:sp>
      <p:grpSp>
        <p:nvGrpSpPr>
          <p:cNvPr id="1114" name="Google Shape;1114;p34">
            <a:extLst>
              <a:ext uri="{FF2B5EF4-FFF2-40B4-BE49-F238E27FC236}">
                <a16:creationId xmlns:a16="http://schemas.microsoft.com/office/drawing/2014/main" id="{52ADEFCE-EF5D-EEA7-C2D2-2A2E1A429FA2}"/>
              </a:ext>
            </a:extLst>
          </p:cNvPr>
          <p:cNvGrpSpPr/>
          <p:nvPr/>
        </p:nvGrpSpPr>
        <p:grpSpPr>
          <a:xfrm>
            <a:off x="7658533" y="701383"/>
            <a:ext cx="1187311" cy="624971"/>
            <a:chOff x="3859815" y="2867310"/>
            <a:chExt cx="1262157" cy="664368"/>
          </a:xfrm>
        </p:grpSpPr>
        <p:sp>
          <p:nvSpPr>
            <p:cNvPr id="1115" name="Google Shape;1115;p34">
              <a:extLst>
                <a:ext uri="{FF2B5EF4-FFF2-40B4-BE49-F238E27FC236}">
                  <a16:creationId xmlns:a16="http://schemas.microsoft.com/office/drawing/2014/main" id="{1B83497F-F66E-0C8D-03A6-3A388E692EDE}"/>
                </a:ext>
              </a:extLst>
            </p:cNvPr>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116" name="Google Shape;1116;p34">
              <a:extLst>
                <a:ext uri="{FF2B5EF4-FFF2-40B4-BE49-F238E27FC236}">
                  <a16:creationId xmlns:a16="http://schemas.microsoft.com/office/drawing/2014/main" id="{869A7EA9-2FF2-0DE0-2E89-DB775A9EEC12}"/>
                </a:ext>
              </a:extLst>
            </p:cNvPr>
            <p:cNvGrpSpPr/>
            <p:nvPr/>
          </p:nvGrpSpPr>
          <p:grpSpPr>
            <a:xfrm>
              <a:off x="4275677" y="3065525"/>
              <a:ext cx="334517" cy="380047"/>
              <a:chOff x="4275677" y="3065525"/>
              <a:chExt cx="334517" cy="380047"/>
            </a:xfrm>
          </p:grpSpPr>
          <p:grpSp>
            <p:nvGrpSpPr>
              <p:cNvPr id="1117" name="Google Shape;1117;p34">
                <a:extLst>
                  <a:ext uri="{FF2B5EF4-FFF2-40B4-BE49-F238E27FC236}">
                    <a16:creationId xmlns:a16="http://schemas.microsoft.com/office/drawing/2014/main" id="{92DB036E-5E7F-7AC8-F53C-973BFA1852D6}"/>
                  </a:ext>
                </a:extLst>
              </p:cNvPr>
              <p:cNvGrpSpPr/>
              <p:nvPr/>
            </p:nvGrpSpPr>
            <p:grpSpPr>
              <a:xfrm>
                <a:off x="4275677" y="3065525"/>
                <a:ext cx="334517" cy="380047"/>
                <a:chOff x="4275677" y="3065525"/>
                <a:chExt cx="334517" cy="380047"/>
              </a:xfrm>
            </p:grpSpPr>
            <p:grpSp>
              <p:nvGrpSpPr>
                <p:cNvPr id="1118" name="Google Shape;1118;p34">
                  <a:extLst>
                    <a:ext uri="{FF2B5EF4-FFF2-40B4-BE49-F238E27FC236}">
                      <a16:creationId xmlns:a16="http://schemas.microsoft.com/office/drawing/2014/main" id="{A81A077F-125C-9FA2-E983-1D3FF99317BF}"/>
                    </a:ext>
                  </a:extLst>
                </p:cNvPr>
                <p:cNvGrpSpPr/>
                <p:nvPr/>
              </p:nvGrpSpPr>
              <p:grpSpPr>
                <a:xfrm>
                  <a:off x="4275677" y="3301269"/>
                  <a:ext cx="334422" cy="144303"/>
                  <a:chOff x="4275677" y="3301269"/>
                  <a:chExt cx="334422" cy="144303"/>
                </a:xfrm>
              </p:grpSpPr>
              <p:sp>
                <p:nvSpPr>
                  <p:cNvPr id="1119" name="Google Shape;1119;p34">
                    <a:extLst>
                      <a:ext uri="{FF2B5EF4-FFF2-40B4-BE49-F238E27FC236}">
                        <a16:creationId xmlns:a16="http://schemas.microsoft.com/office/drawing/2014/main" id="{D1167C52-CD90-CDE4-0227-C29F4C18DAF9}"/>
                      </a:ext>
                    </a:extLst>
                  </p:cNvPr>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0" name="Google Shape;1120;p34">
                    <a:extLst>
                      <a:ext uri="{FF2B5EF4-FFF2-40B4-BE49-F238E27FC236}">
                        <a16:creationId xmlns:a16="http://schemas.microsoft.com/office/drawing/2014/main" id="{1985C616-3621-16E2-57E0-18ECC2132FAD}"/>
                      </a:ext>
                    </a:extLst>
                  </p:cNvPr>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1" name="Google Shape;1121;p34">
                  <a:extLst>
                    <a:ext uri="{FF2B5EF4-FFF2-40B4-BE49-F238E27FC236}">
                      <a16:creationId xmlns:a16="http://schemas.microsoft.com/office/drawing/2014/main" id="{C352DAF2-8BA2-A313-0FE2-A0A331A0193B}"/>
                    </a:ext>
                  </a:extLst>
                </p:cNvPr>
                <p:cNvGrpSpPr/>
                <p:nvPr/>
              </p:nvGrpSpPr>
              <p:grpSpPr>
                <a:xfrm>
                  <a:off x="4275677" y="3183350"/>
                  <a:ext cx="334422" cy="144302"/>
                  <a:chOff x="4275677" y="3183350"/>
                  <a:chExt cx="334422" cy="144302"/>
                </a:xfrm>
              </p:grpSpPr>
              <p:sp>
                <p:nvSpPr>
                  <p:cNvPr id="1122" name="Google Shape;1122;p34">
                    <a:extLst>
                      <a:ext uri="{FF2B5EF4-FFF2-40B4-BE49-F238E27FC236}">
                        <a16:creationId xmlns:a16="http://schemas.microsoft.com/office/drawing/2014/main" id="{D44D88C2-37FC-BD7B-689F-62E3046B2EE6}"/>
                      </a:ext>
                    </a:extLst>
                  </p:cNvPr>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3" name="Google Shape;1123;p34">
                    <a:extLst>
                      <a:ext uri="{FF2B5EF4-FFF2-40B4-BE49-F238E27FC236}">
                        <a16:creationId xmlns:a16="http://schemas.microsoft.com/office/drawing/2014/main" id="{82011BDB-7366-E6F7-DE16-1AFC06B62F19}"/>
                      </a:ext>
                    </a:extLst>
                  </p:cNvPr>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4" name="Google Shape;1124;p34">
                  <a:extLst>
                    <a:ext uri="{FF2B5EF4-FFF2-40B4-BE49-F238E27FC236}">
                      <a16:creationId xmlns:a16="http://schemas.microsoft.com/office/drawing/2014/main" id="{1C3D0129-CFBC-02E3-6A58-8DE65ACD11B2}"/>
                    </a:ext>
                  </a:extLst>
                </p:cNvPr>
                <p:cNvGrpSpPr/>
                <p:nvPr/>
              </p:nvGrpSpPr>
              <p:grpSpPr>
                <a:xfrm>
                  <a:off x="4275677" y="3065525"/>
                  <a:ext cx="334517" cy="144303"/>
                  <a:chOff x="4275677" y="3065525"/>
                  <a:chExt cx="334517" cy="144303"/>
                </a:xfrm>
              </p:grpSpPr>
              <p:sp>
                <p:nvSpPr>
                  <p:cNvPr id="1125" name="Google Shape;1125;p34">
                    <a:extLst>
                      <a:ext uri="{FF2B5EF4-FFF2-40B4-BE49-F238E27FC236}">
                        <a16:creationId xmlns:a16="http://schemas.microsoft.com/office/drawing/2014/main" id="{6F5222B8-DC2E-07A5-BC1C-05550FD796C6}"/>
                      </a:ext>
                    </a:extLst>
                  </p:cNvPr>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6" name="Google Shape;1126;p34">
                    <a:extLst>
                      <a:ext uri="{FF2B5EF4-FFF2-40B4-BE49-F238E27FC236}">
                        <a16:creationId xmlns:a16="http://schemas.microsoft.com/office/drawing/2014/main" id="{9BB3EC1E-FD6C-0D7F-6078-78D3C708AC30}"/>
                      </a:ext>
                    </a:extLst>
                  </p:cNvPr>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127" name="Google Shape;1127;p34">
                <a:extLst>
                  <a:ext uri="{FF2B5EF4-FFF2-40B4-BE49-F238E27FC236}">
                    <a16:creationId xmlns:a16="http://schemas.microsoft.com/office/drawing/2014/main" id="{831400B5-7777-02EA-2846-F61E8E0B115F}"/>
                  </a:ext>
                </a:extLst>
              </p:cNvPr>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8" name="Google Shape;1128;p34">
                <a:extLst>
                  <a:ext uri="{FF2B5EF4-FFF2-40B4-BE49-F238E27FC236}">
                    <a16:creationId xmlns:a16="http://schemas.microsoft.com/office/drawing/2014/main" id="{DBB49F9A-6D83-2813-0136-D50FC484F94F}"/>
                  </a:ext>
                </a:extLst>
              </p:cNvPr>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9" name="Google Shape;1129;p34">
                <a:extLst>
                  <a:ext uri="{FF2B5EF4-FFF2-40B4-BE49-F238E27FC236}">
                    <a16:creationId xmlns:a16="http://schemas.microsoft.com/office/drawing/2014/main" id="{4B9E7681-80A4-C682-390B-B54C52DFF0E6}"/>
                  </a:ext>
                </a:extLst>
              </p:cNvPr>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pic>
        <p:nvPicPr>
          <p:cNvPr id="4" name="图片 3">
            <a:extLst>
              <a:ext uri="{FF2B5EF4-FFF2-40B4-BE49-F238E27FC236}">
                <a16:creationId xmlns:a16="http://schemas.microsoft.com/office/drawing/2014/main" id="{75B4683B-12F1-7126-2FC8-1D5E7B8732F1}"/>
              </a:ext>
            </a:extLst>
          </p:cNvPr>
          <p:cNvPicPr>
            <a:picLocks noChangeAspect="1"/>
          </p:cNvPicPr>
          <p:nvPr/>
        </p:nvPicPr>
        <p:blipFill rotWithShape="1">
          <a:blip r:embed="rId3"/>
          <a:srcRect r="831"/>
          <a:stretch>
            <a:fillRect/>
          </a:stretch>
        </p:blipFill>
        <p:spPr bwMode="auto">
          <a:xfrm>
            <a:off x="2749632" y="2225648"/>
            <a:ext cx="3644735" cy="229695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44596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08">
          <a:extLst>
            <a:ext uri="{FF2B5EF4-FFF2-40B4-BE49-F238E27FC236}">
              <a16:creationId xmlns:a16="http://schemas.microsoft.com/office/drawing/2014/main" id="{F6E95407-9FB5-C1C7-4058-B860392A827D}"/>
            </a:ext>
          </a:extLst>
        </p:cNvPr>
        <p:cNvGrpSpPr/>
        <p:nvPr/>
      </p:nvGrpSpPr>
      <p:grpSpPr>
        <a:xfrm>
          <a:off x="0" y="0"/>
          <a:ext cx="0" cy="0"/>
          <a:chOff x="0" y="0"/>
          <a:chExt cx="0" cy="0"/>
        </a:xfrm>
      </p:grpSpPr>
      <p:sp>
        <p:nvSpPr>
          <p:cNvPr id="1110" name="Google Shape;1110;p34">
            <a:extLst>
              <a:ext uri="{FF2B5EF4-FFF2-40B4-BE49-F238E27FC236}">
                <a16:creationId xmlns:a16="http://schemas.microsoft.com/office/drawing/2014/main" id="{5BAF2641-375D-D25F-1674-C7E1F5C145CD}"/>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US" altLang="zh-CN" sz="2400" dirty="0"/>
              <a:t>Example Workflow 3: New chat</a:t>
            </a:r>
            <a:endParaRPr lang="zh-CN" altLang="zh-CN" sz="2400" dirty="0"/>
          </a:p>
        </p:txBody>
      </p:sp>
      <p:sp>
        <p:nvSpPr>
          <p:cNvPr id="1112" name="Google Shape;1112;p34">
            <a:extLst>
              <a:ext uri="{FF2B5EF4-FFF2-40B4-BE49-F238E27FC236}">
                <a16:creationId xmlns:a16="http://schemas.microsoft.com/office/drawing/2014/main" id="{31FB8DE1-7053-095A-56C7-01ABBFD4BFDA}"/>
              </a:ext>
            </a:extLst>
          </p:cNvPr>
          <p:cNvSpPr txBox="1">
            <a:spLocks noGrp="1"/>
          </p:cNvSpPr>
          <p:nvPr>
            <p:ph type="subTitle" idx="2"/>
          </p:nvPr>
        </p:nvSpPr>
        <p:spPr>
          <a:xfrm>
            <a:off x="582706" y="1326353"/>
            <a:ext cx="7841294" cy="3372121"/>
          </a:xfrm>
          <a:prstGeom prst="rect">
            <a:avLst/>
          </a:prstGeom>
        </p:spPr>
        <p:txBody>
          <a:bodyPr spcFirstLastPara="1" wrap="square" lIns="91425" tIns="91425" rIns="91425" bIns="91425" anchor="t" anchorCtr="0">
            <a:noAutofit/>
          </a:bodyPr>
          <a:lstStyle/>
          <a:p>
            <a:pPr marL="171450" indent="-171450">
              <a:buFont typeface="Arial" panose="020B0604020202020204" pitchFamily="34" charset="0"/>
              <a:buChar char="•"/>
            </a:pPr>
            <a:r>
              <a:rPr lang="en-US" altLang="zh-CN" sz="1400" dirty="0">
                <a:latin typeface="+mj-lt"/>
              </a:rPr>
              <a:t>A new conversation is created from the chat workspace, and a PDF document is uploaded directly within that conversation. The uploaded document is stored in the workspace, linked to the session, and made available to the assistant as contextual input.</a:t>
            </a:r>
            <a:endParaRPr lang="zh-CN" altLang="zh-CN" sz="1400" dirty="0">
              <a:latin typeface="+mj-lt"/>
            </a:endParaRPr>
          </a:p>
        </p:txBody>
      </p:sp>
      <p:grpSp>
        <p:nvGrpSpPr>
          <p:cNvPr id="1114" name="Google Shape;1114;p34">
            <a:extLst>
              <a:ext uri="{FF2B5EF4-FFF2-40B4-BE49-F238E27FC236}">
                <a16:creationId xmlns:a16="http://schemas.microsoft.com/office/drawing/2014/main" id="{B6C6A856-1DCF-FF18-A5FB-C00CDCB853B6}"/>
              </a:ext>
            </a:extLst>
          </p:cNvPr>
          <p:cNvGrpSpPr/>
          <p:nvPr/>
        </p:nvGrpSpPr>
        <p:grpSpPr>
          <a:xfrm>
            <a:off x="7658533" y="701383"/>
            <a:ext cx="1187311" cy="624971"/>
            <a:chOff x="3859815" y="2867310"/>
            <a:chExt cx="1262157" cy="664368"/>
          </a:xfrm>
        </p:grpSpPr>
        <p:sp>
          <p:nvSpPr>
            <p:cNvPr id="1115" name="Google Shape;1115;p34">
              <a:extLst>
                <a:ext uri="{FF2B5EF4-FFF2-40B4-BE49-F238E27FC236}">
                  <a16:creationId xmlns:a16="http://schemas.microsoft.com/office/drawing/2014/main" id="{AE3D3EC6-4D47-748E-C172-A2FD0F532B43}"/>
                </a:ext>
              </a:extLst>
            </p:cNvPr>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116" name="Google Shape;1116;p34">
              <a:extLst>
                <a:ext uri="{FF2B5EF4-FFF2-40B4-BE49-F238E27FC236}">
                  <a16:creationId xmlns:a16="http://schemas.microsoft.com/office/drawing/2014/main" id="{1CA39380-FABB-6E9E-D4B9-2C9716B5E073}"/>
                </a:ext>
              </a:extLst>
            </p:cNvPr>
            <p:cNvGrpSpPr/>
            <p:nvPr/>
          </p:nvGrpSpPr>
          <p:grpSpPr>
            <a:xfrm>
              <a:off x="4275677" y="3065525"/>
              <a:ext cx="334517" cy="380047"/>
              <a:chOff x="4275677" y="3065525"/>
              <a:chExt cx="334517" cy="380047"/>
            </a:xfrm>
          </p:grpSpPr>
          <p:grpSp>
            <p:nvGrpSpPr>
              <p:cNvPr id="1117" name="Google Shape;1117;p34">
                <a:extLst>
                  <a:ext uri="{FF2B5EF4-FFF2-40B4-BE49-F238E27FC236}">
                    <a16:creationId xmlns:a16="http://schemas.microsoft.com/office/drawing/2014/main" id="{09AB0582-0193-1ED7-674A-5B6BBB1DA39E}"/>
                  </a:ext>
                </a:extLst>
              </p:cNvPr>
              <p:cNvGrpSpPr/>
              <p:nvPr/>
            </p:nvGrpSpPr>
            <p:grpSpPr>
              <a:xfrm>
                <a:off x="4275677" y="3065525"/>
                <a:ext cx="334517" cy="380047"/>
                <a:chOff x="4275677" y="3065525"/>
                <a:chExt cx="334517" cy="380047"/>
              </a:xfrm>
            </p:grpSpPr>
            <p:grpSp>
              <p:nvGrpSpPr>
                <p:cNvPr id="1118" name="Google Shape;1118;p34">
                  <a:extLst>
                    <a:ext uri="{FF2B5EF4-FFF2-40B4-BE49-F238E27FC236}">
                      <a16:creationId xmlns:a16="http://schemas.microsoft.com/office/drawing/2014/main" id="{97EDE4AD-3DE6-9F4B-86F9-5C68D99A3635}"/>
                    </a:ext>
                  </a:extLst>
                </p:cNvPr>
                <p:cNvGrpSpPr/>
                <p:nvPr/>
              </p:nvGrpSpPr>
              <p:grpSpPr>
                <a:xfrm>
                  <a:off x="4275677" y="3301269"/>
                  <a:ext cx="334422" cy="144303"/>
                  <a:chOff x="4275677" y="3301269"/>
                  <a:chExt cx="334422" cy="144303"/>
                </a:xfrm>
              </p:grpSpPr>
              <p:sp>
                <p:nvSpPr>
                  <p:cNvPr id="1119" name="Google Shape;1119;p34">
                    <a:extLst>
                      <a:ext uri="{FF2B5EF4-FFF2-40B4-BE49-F238E27FC236}">
                        <a16:creationId xmlns:a16="http://schemas.microsoft.com/office/drawing/2014/main" id="{1B4EBD5D-0345-9580-393D-CD8245B34B96}"/>
                      </a:ext>
                    </a:extLst>
                  </p:cNvPr>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0" name="Google Shape;1120;p34">
                    <a:extLst>
                      <a:ext uri="{FF2B5EF4-FFF2-40B4-BE49-F238E27FC236}">
                        <a16:creationId xmlns:a16="http://schemas.microsoft.com/office/drawing/2014/main" id="{8537EB26-D3AE-8469-8E84-516319649DEE}"/>
                      </a:ext>
                    </a:extLst>
                  </p:cNvPr>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1" name="Google Shape;1121;p34">
                  <a:extLst>
                    <a:ext uri="{FF2B5EF4-FFF2-40B4-BE49-F238E27FC236}">
                      <a16:creationId xmlns:a16="http://schemas.microsoft.com/office/drawing/2014/main" id="{715C8FF1-49F8-FC5C-4260-4985919B98D2}"/>
                    </a:ext>
                  </a:extLst>
                </p:cNvPr>
                <p:cNvGrpSpPr/>
                <p:nvPr/>
              </p:nvGrpSpPr>
              <p:grpSpPr>
                <a:xfrm>
                  <a:off x="4275677" y="3183350"/>
                  <a:ext cx="334422" cy="144302"/>
                  <a:chOff x="4275677" y="3183350"/>
                  <a:chExt cx="334422" cy="144302"/>
                </a:xfrm>
              </p:grpSpPr>
              <p:sp>
                <p:nvSpPr>
                  <p:cNvPr id="1122" name="Google Shape;1122;p34">
                    <a:extLst>
                      <a:ext uri="{FF2B5EF4-FFF2-40B4-BE49-F238E27FC236}">
                        <a16:creationId xmlns:a16="http://schemas.microsoft.com/office/drawing/2014/main" id="{259A6971-F438-2F94-1029-73E8D696CC5E}"/>
                      </a:ext>
                    </a:extLst>
                  </p:cNvPr>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3" name="Google Shape;1123;p34">
                    <a:extLst>
                      <a:ext uri="{FF2B5EF4-FFF2-40B4-BE49-F238E27FC236}">
                        <a16:creationId xmlns:a16="http://schemas.microsoft.com/office/drawing/2014/main" id="{DAA240DF-843C-AD07-FD9D-DEAE5FA4EAA5}"/>
                      </a:ext>
                    </a:extLst>
                  </p:cNvPr>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4" name="Google Shape;1124;p34">
                  <a:extLst>
                    <a:ext uri="{FF2B5EF4-FFF2-40B4-BE49-F238E27FC236}">
                      <a16:creationId xmlns:a16="http://schemas.microsoft.com/office/drawing/2014/main" id="{4396C748-96BE-A7EE-BEAE-33089A3DD07C}"/>
                    </a:ext>
                  </a:extLst>
                </p:cNvPr>
                <p:cNvGrpSpPr/>
                <p:nvPr/>
              </p:nvGrpSpPr>
              <p:grpSpPr>
                <a:xfrm>
                  <a:off x="4275677" y="3065525"/>
                  <a:ext cx="334517" cy="144303"/>
                  <a:chOff x="4275677" y="3065525"/>
                  <a:chExt cx="334517" cy="144303"/>
                </a:xfrm>
              </p:grpSpPr>
              <p:sp>
                <p:nvSpPr>
                  <p:cNvPr id="1125" name="Google Shape;1125;p34">
                    <a:extLst>
                      <a:ext uri="{FF2B5EF4-FFF2-40B4-BE49-F238E27FC236}">
                        <a16:creationId xmlns:a16="http://schemas.microsoft.com/office/drawing/2014/main" id="{16EB7857-28B7-8A97-3DAD-84471BBFDB5C}"/>
                      </a:ext>
                    </a:extLst>
                  </p:cNvPr>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6" name="Google Shape;1126;p34">
                    <a:extLst>
                      <a:ext uri="{FF2B5EF4-FFF2-40B4-BE49-F238E27FC236}">
                        <a16:creationId xmlns:a16="http://schemas.microsoft.com/office/drawing/2014/main" id="{4BD13A39-EFCF-D13D-A2A8-9DE66DCD9FFD}"/>
                      </a:ext>
                    </a:extLst>
                  </p:cNvPr>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127" name="Google Shape;1127;p34">
                <a:extLst>
                  <a:ext uri="{FF2B5EF4-FFF2-40B4-BE49-F238E27FC236}">
                    <a16:creationId xmlns:a16="http://schemas.microsoft.com/office/drawing/2014/main" id="{13678906-CAE3-75AC-B458-2602D2FEA491}"/>
                  </a:ext>
                </a:extLst>
              </p:cNvPr>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8" name="Google Shape;1128;p34">
                <a:extLst>
                  <a:ext uri="{FF2B5EF4-FFF2-40B4-BE49-F238E27FC236}">
                    <a16:creationId xmlns:a16="http://schemas.microsoft.com/office/drawing/2014/main" id="{A63C99DC-BA9D-BB46-3FF2-963CA040DED2}"/>
                  </a:ext>
                </a:extLst>
              </p:cNvPr>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9" name="Google Shape;1129;p34">
                <a:extLst>
                  <a:ext uri="{FF2B5EF4-FFF2-40B4-BE49-F238E27FC236}">
                    <a16:creationId xmlns:a16="http://schemas.microsoft.com/office/drawing/2014/main" id="{CDEC7E23-E159-1BB7-4EC4-3ACFB20BF835}"/>
                  </a:ext>
                </a:extLst>
              </p:cNvPr>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pic>
        <p:nvPicPr>
          <p:cNvPr id="2" name="图片 1">
            <a:extLst>
              <a:ext uri="{FF2B5EF4-FFF2-40B4-BE49-F238E27FC236}">
                <a16:creationId xmlns:a16="http://schemas.microsoft.com/office/drawing/2014/main" id="{64F9C7BC-F8F0-6060-4F23-98660A458DCA}"/>
              </a:ext>
            </a:extLst>
          </p:cNvPr>
          <p:cNvPicPr>
            <a:picLocks noChangeAspect="1"/>
          </p:cNvPicPr>
          <p:nvPr/>
        </p:nvPicPr>
        <p:blipFill rotWithShape="1">
          <a:blip r:embed="rId3"/>
          <a:srcRect r="1043"/>
          <a:stretch>
            <a:fillRect/>
          </a:stretch>
        </p:blipFill>
        <p:spPr bwMode="auto">
          <a:xfrm>
            <a:off x="2684784" y="2401521"/>
            <a:ext cx="3637138" cy="229695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2512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08">
          <a:extLst>
            <a:ext uri="{FF2B5EF4-FFF2-40B4-BE49-F238E27FC236}">
              <a16:creationId xmlns:a16="http://schemas.microsoft.com/office/drawing/2014/main" id="{9CC11E33-DA48-5F93-542A-C841A1CD5915}"/>
            </a:ext>
          </a:extLst>
        </p:cNvPr>
        <p:cNvGrpSpPr/>
        <p:nvPr/>
      </p:nvGrpSpPr>
      <p:grpSpPr>
        <a:xfrm>
          <a:off x="0" y="0"/>
          <a:ext cx="0" cy="0"/>
          <a:chOff x="0" y="0"/>
          <a:chExt cx="0" cy="0"/>
        </a:xfrm>
      </p:grpSpPr>
      <p:sp>
        <p:nvSpPr>
          <p:cNvPr id="1110" name="Google Shape;1110;p34">
            <a:extLst>
              <a:ext uri="{FF2B5EF4-FFF2-40B4-BE49-F238E27FC236}">
                <a16:creationId xmlns:a16="http://schemas.microsoft.com/office/drawing/2014/main" id="{B15DA530-C63C-A8D5-DD3A-4A3CDD1EB673}"/>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US" altLang="zh-CN" sz="2400" dirty="0"/>
              <a:t>Example Workflow 4: Document Summary</a:t>
            </a:r>
            <a:endParaRPr lang="zh-CN" altLang="zh-CN" sz="2400" dirty="0"/>
          </a:p>
        </p:txBody>
      </p:sp>
      <p:sp>
        <p:nvSpPr>
          <p:cNvPr id="1112" name="Google Shape;1112;p34">
            <a:extLst>
              <a:ext uri="{FF2B5EF4-FFF2-40B4-BE49-F238E27FC236}">
                <a16:creationId xmlns:a16="http://schemas.microsoft.com/office/drawing/2014/main" id="{09EE0296-FAAD-6B34-DAE1-93BE6F0CE12D}"/>
              </a:ext>
            </a:extLst>
          </p:cNvPr>
          <p:cNvSpPr txBox="1">
            <a:spLocks noGrp="1"/>
          </p:cNvSpPr>
          <p:nvPr>
            <p:ph type="subTitle" idx="2"/>
          </p:nvPr>
        </p:nvSpPr>
        <p:spPr>
          <a:xfrm>
            <a:off x="582706" y="1326353"/>
            <a:ext cx="7841294" cy="3372121"/>
          </a:xfrm>
          <a:prstGeom prst="rect">
            <a:avLst/>
          </a:prstGeom>
        </p:spPr>
        <p:txBody>
          <a:bodyPr spcFirstLastPara="1" wrap="square" lIns="91425" tIns="91425" rIns="91425" bIns="91425" anchor="t" anchorCtr="0">
            <a:noAutofit/>
          </a:bodyPr>
          <a:lstStyle/>
          <a:p>
            <a:pPr marL="171450" indent="-171450">
              <a:buFont typeface="Arial" panose="020B0604020202020204" pitchFamily="34" charset="0"/>
              <a:buChar char="•"/>
            </a:pPr>
            <a:r>
              <a:rPr lang="en-US" altLang="zh-CN" sz="1400" dirty="0">
                <a:latin typeface="+mj-lt"/>
              </a:rPr>
              <a:t>The user then asks the assistant to summarize the uploaded PDF. The assistant reads the conversation context together with the attached document excerpt and returns a Markdown-formatted summary in the message timeline.</a:t>
            </a:r>
            <a:endParaRPr lang="zh-CN" altLang="zh-CN" sz="1400" dirty="0">
              <a:latin typeface="+mj-lt"/>
            </a:endParaRPr>
          </a:p>
        </p:txBody>
      </p:sp>
      <p:grpSp>
        <p:nvGrpSpPr>
          <p:cNvPr id="1114" name="Google Shape;1114;p34">
            <a:extLst>
              <a:ext uri="{FF2B5EF4-FFF2-40B4-BE49-F238E27FC236}">
                <a16:creationId xmlns:a16="http://schemas.microsoft.com/office/drawing/2014/main" id="{AF64383F-9B2B-14AD-027F-C8AC49D03C45}"/>
              </a:ext>
            </a:extLst>
          </p:cNvPr>
          <p:cNvGrpSpPr/>
          <p:nvPr/>
        </p:nvGrpSpPr>
        <p:grpSpPr>
          <a:xfrm>
            <a:off x="7658533" y="701383"/>
            <a:ext cx="1187311" cy="624971"/>
            <a:chOff x="3859815" y="2867310"/>
            <a:chExt cx="1262157" cy="664368"/>
          </a:xfrm>
        </p:grpSpPr>
        <p:sp>
          <p:nvSpPr>
            <p:cNvPr id="1115" name="Google Shape;1115;p34">
              <a:extLst>
                <a:ext uri="{FF2B5EF4-FFF2-40B4-BE49-F238E27FC236}">
                  <a16:creationId xmlns:a16="http://schemas.microsoft.com/office/drawing/2014/main" id="{0920642C-038C-F9DC-7CA4-6BBA7861163F}"/>
                </a:ext>
              </a:extLst>
            </p:cNvPr>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116" name="Google Shape;1116;p34">
              <a:extLst>
                <a:ext uri="{FF2B5EF4-FFF2-40B4-BE49-F238E27FC236}">
                  <a16:creationId xmlns:a16="http://schemas.microsoft.com/office/drawing/2014/main" id="{C647E55E-3AAE-7273-CD40-4E190E66087D}"/>
                </a:ext>
              </a:extLst>
            </p:cNvPr>
            <p:cNvGrpSpPr/>
            <p:nvPr/>
          </p:nvGrpSpPr>
          <p:grpSpPr>
            <a:xfrm>
              <a:off x="4275677" y="3065525"/>
              <a:ext cx="334517" cy="380047"/>
              <a:chOff x="4275677" y="3065525"/>
              <a:chExt cx="334517" cy="380047"/>
            </a:xfrm>
          </p:grpSpPr>
          <p:grpSp>
            <p:nvGrpSpPr>
              <p:cNvPr id="1117" name="Google Shape;1117;p34">
                <a:extLst>
                  <a:ext uri="{FF2B5EF4-FFF2-40B4-BE49-F238E27FC236}">
                    <a16:creationId xmlns:a16="http://schemas.microsoft.com/office/drawing/2014/main" id="{11A803D2-067F-BE66-D713-AD1EE1E2D7F8}"/>
                  </a:ext>
                </a:extLst>
              </p:cNvPr>
              <p:cNvGrpSpPr/>
              <p:nvPr/>
            </p:nvGrpSpPr>
            <p:grpSpPr>
              <a:xfrm>
                <a:off x="4275677" y="3065525"/>
                <a:ext cx="334517" cy="380047"/>
                <a:chOff x="4275677" y="3065525"/>
                <a:chExt cx="334517" cy="380047"/>
              </a:xfrm>
            </p:grpSpPr>
            <p:grpSp>
              <p:nvGrpSpPr>
                <p:cNvPr id="1118" name="Google Shape;1118;p34">
                  <a:extLst>
                    <a:ext uri="{FF2B5EF4-FFF2-40B4-BE49-F238E27FC236}">
                      <a16:creationId xmlns:a16="http://schemas.microsoft.com/office/drawing/2014/main" id="{752E8F42-D2B6-3FA9-CB7B-6177D90B8A2E}"/>
                    </a:ext>
                  </a:extLst>
                </p:cNvPr>
                <p:cNvGrpSpPr/>
                <p:nvPr/>
              </p:nvGrpSpPr>
              <p:grpSpPr>
                <a:xfrm>
                  <a:off x="4275677" y="3301269"/>
                  <a:ext cx="334422" cy="144303"/>
                  <a:chOff x="4275677" y="3301269"/>
                  <a:chExt cx="334422" cy="144303"/>
                </a:xfrm>
              </p:grpSpPr>
              <p:sp>
                <p:nvSpPr>
                  <p:cNvPr id="1119" name="Google Shape;1119;p34">
                    <a:extLst>
                      <a:ext uri="{FF2B5EF4-FFF2-40B4-BE49-F238E27FC236}">
                        <a16:creationId xmlns:a16="http://schemas.microsoft.com/office/drawing/2014/main" id="{80B92EBF-934C-B6B1-E51F-9EA060D81B37}"/>
                      </a:ext>
                    </a:extLst>
                  </p:cNvPr>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0" name="Google Shape;1120;p34">
                    <a:extLst>
                      <a:ext uri="{FF2B5EF4-FFF2-40B4-BE49-F238E27FC236}">
                        <a16:creationId xmlns:a16="http://schemas.microsoft.com/office/drawing/2014/main" id="{DED9FA91-F08F-713B-C55F-21473A4E157A}"/>
                      </a:ext>
                    </a:extLst>
                  </p:cNvPr>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1" name="Google Shape;1121;p34">
                  <a:extLst>
                    <a:ext uri="{FF2B5EF4-FFF2-40B4-BE49-F238E27FC236}">
                      <a16:creationId xmlns:a16="http://schemas.microsoft.com/office/drawing/2014/main" id="{0CF762DF-0D81-A29B-C54D-870CF0C1C218}"/>
                    </a:ext>
                  </a:extLst>
                </p:cNvPr>
                <p:cNvGrpSpPr/>
                <p:nvPr/>
              </p:nvGrpSpPr>
              <p:grpSpPr>
                <a:xfrm>
                  <a:off x="4275677" y="3183350"/>
                  <a:ext cx="334422" cy="144302"/>
                  <a:chOff x="4275677" y="3183350"/>
                  <a:chExt cx="334422" cy="144302"/>
                </a:xfrm>
              </p:grpSpPr>
              <p:sp>
                <p:nvSpPr>
                  <p:cNvPr id="1122" name="Google Shape;1122;p34">
                    <a:extLst>
                      <a:ext uri="{FF2B5EF4-FFF2-40B4-BE49-F238E27FC236}">
                        <a16:creationId xmlns:a16="http://schemas.microsoft.com/office/drawing/2014/main" id="{70A0C9D8-C283-FF5C-525C-EA7543442469}"/>
                      </a:ext>
                    </a:extLst>
                  </p:cNvPr>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3" name="Google Shape;1123;p34">
                    <a:extLst>
                      <a:ext uri="{FF2B5EF4-FFF2-40B4-BE49-F238E27FC236}">
                        <a16:creationId xmlns:a16="http://schemas.microsoft.com/office/drawing/2014/main" id="{15C47409-2AC5-F5AE-0252-86F145D4E863}"/>
                      </a:ext>
                    </a:extLst>
                  </p:cNvPr>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4" name="Google Shape;1124;p34">
                  <a:extLst>
                    <a:ext uri="{FF2B5EF4-FFF2-40B4-BE49-F238E27FC236}">
                      <a16:creationId xmlns:a16="http://schemas.microsoft.com/office/drawing/2014/main" id="{8ECADB31-D3DD-D892-A039-9E1271EA5F48}"/>
                    </a:ext>
                  </a:extLst>
                </p:cNvPr>
                <p:cNvGrpSpPr/>
                <p:nvPr/>
              </p:nvGrpSpPr>
              <p:grpSpPr>
                <a:xfrm>
                  <a:off x="4275677" y="3065525"/>
                  <a:ext cx="334517" cy="144303"/>
                  <a:chOff x="4275677" y="3065525"/>
                  <a:chExt cx="334517" cy="144303"/>
                </a:xfrm>
              </p:grpSpPr>
              <p:sp>
                <p:nvSpPr>
                  <p:cNvPr id="1125" name="Google Shape;1125;p34">
                    <a:extLst>
                      <a:ext uri="{FF2B5EF4-FFF2-40B4-BE49-F238E27FC236}">
                        <a16:creationId xmlns:a16="http://schemas.microsoft.com/office/drawing/2014/main" id="{A95E24B9-6EAA-97D8-CB6D-BA39953663DD}"/>
                      </a:ext>
                    </a:extLst>
                  </p:cNvPr>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6" name="Google Shape;1126;p34">
                    <a:extLst>
                      <a:ext uri="{FF2B5EF4-FFF2-40B4-BE49-F238E27FC236}">
                        <a16:creationId xmlns:a16="http://schemas.microsoft.com/office/drawing/2014/main" id="{C555FF5F-2A27-8B78-1171-6F7A72171AE5}"/>
                      </a:ext>
                    </a:extLst>
                  </p:cNvPr>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127" name="Google Shape;1127;p34">
                <a:extLst>
                  <a:ext uri="{FF2B5EF4-FFF2-40B4-BE49-F238E27FC236}">
                    <a16:creationId xmlns:a16="http://schemas.microsoft.com/office/drawing/2014/main" id="{55E988D1-C536-E202-C7E3-227E648EF535}"/>
                  </a:ext>
                </a:extLst>
              </p:cNvPr>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8" name="Google Shape;1128;p34">
                <a:extLst>
                  <a:ext uri="{FF2B5EF4-FFF2-40B4-BE49-F238E27FC236}">
                    <a16:creationId xmlns:a16="http://schemas.microsoft.com/office/drawing/2014/main" id="{F03D45A1-4DAC-06C4-1522-20D70213D78E}"/>
                  </a:ext>
                </a:extLst>
              </p:cNvPr>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9" name="Google Shape;1129;p34">
                <a:extLst>
                  <a:ext uri="{FF2B5EF4-FFF2-40B4-BE49-F238E27FC236}">
                    <a16:creationId xmlns:a16="http://schemas.microsoft.com/office/drawing/2014/main" id="{B3A980B3-B67F-D8DF-65A3-D266FF427FDB}"/>
                  </a:ext>
                </a:extLst>
              </p:cNvPr>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pic>
        <p:nvPicPr>
          <p:cNvPr id="3" name="图片 2">
            <a:extLst>
              <a:ext uri="{FF2B5EF4-FFF2-40B4-BE49-F238E27FC236}">
                <a16:creationId xmlns:a16="http://schemas.microsoft.com/office/drawing/2014/main" id="{E8CDE352-1C42-4CE4-2D2F-A0BC4D5212F0}"/>
              </a:ext>
            </a:extLst>
          </p:cNvPr>
          <p:cNvPicPr>
            <a:picLocks noChangeAspect="1"/>
          </p:cNvPicPr>
          <p:nvPr/>
        </p:nvPicPr>
        <p:blipFill rotWithShape="1">
          <a:blip r:embed="rId3"/>
          <a:srcRect r="937"/>
          <a:stretch>
            <a:fillRect/>
          </a:stretch>
        </p:blipFill>
        <p:spPr bwMode="auto">
          <a:xfrm>
            <a:off x="2684783" y="2404076"/>
            <a:ext cx="3637139" cy="229439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318904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08">
          <a:extLst>
            <a:ext uri="{FF2B5EF4-FFF2-40B4-BE49-F238E27FC236}">
              <a16:creationId xmlns:a16="http://schemas.microsoft.com/office/drawing/2014/main" id="{B2D264CB-F863-F463-D77C-550D79D17833}"/>
            </a:ext>
          </a:extLst>
        </p:cNvPr>
        <p:cNvGrpSpPr/>
        <p:nvPr/>
      </p:nvGrpSpPr>
      <p:grpSpPr>
        <a:xfrm>
          <a:off x="0" y="0"/>
          <a:ext cx="0" cy="0"/>
          <a:chOff x="0" y="0"/>
          <a:chExt cx="0" cy="0"/>
        </a:xfrm>
      </p:grpSpPr>
      <p:sp>
        <p:nvSpPr>
          <p:cNvPr id="1110" name="Google Shape;1110;p34">
            <a:extLst>
              <a:ext uri="{FF2B5EF4-FFF2-40B4-BE49-F238E27FC236}">
                <a16:creationId xmlns:a16="http://schemas.microsoft.com/office/drawing/2014/main" id="{686A45FF-7D08-DDF5-7E4D-BBFCB108D26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US" altLang="zh-CN" sz="2400" dirty="0"/>
              <a:t>Example Workflow 5: Calendar Events</a:t>
            </a:r>
            <a:endParaRPr lang="zh-CN" altLang="zh-CN" sz="2400" dirty="0"/>
          </a:p>
        </p:txBody>
      </p:sp>
      <p:sp>
        <p:nvSpPr>
          <p:cNvPr id="1112" name="Google Shape;1112;p34">
            <a:extLst>
              <a:ext uri="{FF2B5EF4-FFF2-40B4-BE49-F238E27FC236}">
                <a16:creationId xmlns:a16="http://schemas.microsoft.com/office/drawing/2014/main" id="{46B22171-9F2F-7D28-F459-A9844B24021A}"/>
              </a:ext>
            </a:extLst>
          </p:cNvPr>
          <p:cNvSpPr txBox="1">
            <a:spLocks noGrp="1"/>
          </p:cNvSpPr>
          <p:nvPr>
            <p:ph type="subTitle" idx="2"/>
          </p:nvPr>
        </p:nvSpPr>
        <p:spPr>
          <a:xfrm>
            <a:off x="582706" y="1326353"/>
            <a:ext cx="7841294" cy="3372121"/>
          </a:xfrm>
          <a:prstGeom prst="rect">
            <a:avLst/>
          </a:prstGeom>
        </p:spPr>
        <p:txBody>
          <a:bodyPr spcFirstLastPara="1" wrap="square" lIns="91425" tIns="91425" rIns="91425" bIns="91425" anchor="t" anchorCtr="0">
            <a:noAutofit/>
          </a:bodyPr>
          <a:lstStyle/>
          <a:p>
            <a:pPr marL="171450" indent="-171450">
              <a:buFont typeface="Arial" panose="020B0604020202020204" pitchFamily="34" charset="0"/>
              <a:buChar char="•"/>
            </a:pPr>
            <a:r>
              <a:rPr lang="en-US" altLang="zh-CN" sz="1400" dirty="0">
                <a:latin typeface="+mj-lt"/>
              </a:rPr>
              <a:t>Next, the user asks the assistant to identify important dates in the PDF and create corresponding Google Calendar events. The assistant extracts candidate events, pauses for approval, and displays the request through the tool-approval modal. After approval, the events are written to Google Calendar and the result is persisted in the conversation history.</a:t>
            </a:r>
            <a:endParaRPr lang="zh-CN" altLang="zh-CN" sz="1400" dirty="0">
              <a:latin typeface="+mj-lt"/>
            </a:endParaRPr>
          </a:p>
        </p:txBody>
      </p:sp>
      <p:grpSp>
        <p:nvGrpSpPr>
          <p:cNvPr id="1114" name="Google Shape;1114;p34">
            <a:extLst>
              <a:ext uri="{FF2B5EF4-FFF2-40B4-BE49-F238E27FC236}">
                <a16:creationId xmlns:a16="http://schemas.microsoft.com/office/drawing/2014/main" id="{8E4D2FD0-872D-A48B-00AE-E23DB4B1537C}"/>
              </a:ext>
            </a:extLst>
          </p:cNvPr>
          <p:cNvGrpSpPr/>
          <p:nvPr/>
        </p:nvGrpSpPr>
        <p:grpSpPr>
          <a:xfrm>
            <a:off x="7658533" y="701383"/>
            <a:ext cx="1187311" cy="624971"/>
            <a:chOff x="3859815" y="2867310"/>
            <a:chExt cx="1262157" cy="664368"/>
          </a:xfrm>
        </p:grpSpPr>
        <p:sp>
          <p:nvSpPr>
            <p:cNvPr id="1115" name="Google Shape;1115;p34">
              <a:extLst>
                <a:ext uri="{FF2B5EF4-FFF2-40B4-BE49-F238E27FC236}">
                  <a16:creationId xmlns:a16="http://schemas.microsoft.com/office/drawing/2014/main" id="{B4B7DC03-DC66-1862-1DEA-B9847C893F0F}"/>
                </a:ext>
              </a:extLst>
            </p:cNvPr>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116" name="Google Shape;1116;p34">
              <a:extLst>
                <a:ext uri="{FF2B5EF4-FFF2-40B4-BE49-F238E27FC236}">
                  <a16:creationId xmlns:a16="http://schemas.microsoft.com/office/drawing/2014/main" id="{EE2B0B08-7898-18B2-F18B-394625F965FB}"/>
                </a:ext>
              </a:extLst>
            </p:cNvPr>
            <p:cNvGrpSpPr/>
            <p:nvPr/>
          </p:nvGrpSpPr>
          <p:grpSpPr>
            <a:xfrm>
              <a:off x="4275677" y="3065525"/>
              <a:ext cx="334517" cy="380047"/>
              <a:chOff x="4275677" y="3065525"/>
              <a:chExt cx="334517" cy="380047"/>
            </a:xfrm>
          </p:grpSpPr>
          <p:grpSp>
            <p:nvGrpSpPr>
              <p:cNvPr id="1117" name="Google Shape;1117;p34">
                <a:extLst>
                  <a:ext uri="{FF2B5EF4-FFF2-40B4-BE49-F238E27FC236}">
                    <a16:creationId xmlns:a16="http://schemas.microsoft.com/office/drawing/2014/main" id="{40EA76B9-7EAA-536B-D11F-BB53FD04CEE8}"/>
                  </a:ext>
                </a:extLst>
              </p:cNvPr>
              <p:cNvGrpSpPr/>
              <p:nvPr/>
            </p:nvGrpSpPr>
            <p:grpSpPr>
              <a:xfrm>
                <a:off x="4275677" y="3065525"/>
                <a:ext cx="334517" cy="380047"/>
                <a:chOff x="4275677" y="3065525"/>
                <a:chExt cx="334517" cy="380047"/>
              </a:xfrm>
            </p:grpSpPr>
            <p:grpSp>
              <p:nvGrpSpPr>
                <p:cNvPr id="1118" name="Google Shape;1118;p34">
                  <a:extLst>
                    <a:ext uri="{FF2B5EF4-FFF2-40B4-BE49-F238E27FC236}">
                      <a16:creationId xmlns:a16="http://schemas.microsoft.com/office/drawing/2014/main" id="{9378EC1F-6908-72DC-359A-ACCA5EF071B7}"/>
                    </a:ext>
                  </a:extLst>
                </p:cNvPr>
                <p:cNvGrpSpPr/>
                <p:nvPr/>
              </p:nvGrpSpPr>
              <p:grpSpPr>
                <a:xfrm>
                  <a:off x="4275677" y="3301269"/>
                  <a:ext cx="334422" cy="144303"/>
                  <a:chOff x="4275677" y="3301269"/>
                  <a:chExt cx="334422" cy="144303"/>
                </a:xfrm>
              </p:grpSpPr>
              <p:sp>
                <p:nvSpPr>
                  <p:cNvPr id="1119" name="Google Shape;1119;p34">
                    <a:extLst>
                      <a:ext uri="{FF2B5EF4-FFF2-40B4-BE49-F238E27FC236}">
                        <a16:creationId xmlns:a16="http://schemas.microsoft.com/office/drawing/2014/main" id="{2950C221-808B-6C07-57CE-D3E8BE14E945}"/>
                      </a:ext>
                    </a:extLst>
                  </p:cNvPr>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0" name="Google Shape;1120;p34">
                    <a:extLst>
                      <a:ext uri="{FF2B5EF4-FFF2-40B4-BE49-F238E27FC236}">
                        <a16:creationId xmlns:a16="http://schemas.microsoft.com/office/drawing/2014/main" id="{67A0646D-C0E4-19CC-D716-9887A31F7287}"/>
                      </a:ext>
                    </a:extLst>
                  </p:cNvPr>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1" name="Google Shape;1121;p34">
                  <a:extLst>
                    <a:ext uri="{FF2B5EF4-FFF2-40B4-BE49-F238E27FC236}">
                      <a16:creationId xmlns:a16="http://schemas.microsoft.com/office/drawing/2014/main" id="{AA99D610-2E81-AAE9-A7FA-F68B52296E7B}"/>
                    </a:ext>
                  </a:extLst>
                </p:cNvPr>
                <p:cNvGrpSpPr/>
                <p:nvPr/>
              </p:nvGrpSpPr>
              <p:grpSpPr>
                <a:xfrm>
                  <a:off x="4275677" y="3183350"/>
                  <a:ext cx="334422" cy="144302"/>
                  <a:chOff x="4275677" y="3183350"/>
                  <a:chExt cx="334422" cy="144302"/>
                </a:xfrm>
              </p:grpSpPr>
              <p:sp>
                <p:nvSpPr>
                  <p:cNvPr id="1122" name="Google Shape;1122;p34">
                    <a:extLst>
                      <a:ext uri="{FF2B5EF4-FFF2-40B4-BE49-F238E27FC236}">
                        <a16:creationId xmlns:a16="http://schemas.microsoft.com/office/drawing/2014/main" id="{A4CD991C-EAB6-8F18-E492-7C97F89C7ADF}"/>
                      </a:ext>
                    </a:extLst>
                  </p:cNvPr>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3" name="Google Shape;1123;p34">
                    <a:extLst>
                      <a:ext uri="{FF2B5EF4-FFF2-40B4-BE49-F238E27FC236}">
                        <a16:creationId xmlns:a16="http://schemas.microsoft.com/office/drawing/2014/main" id="{F3C6091F-130F-FA51-A06A-62190DE75440}"/>
                      </a:ext>
                    </a:extLst>
                  </p:cNvPr>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4" name="Google Shape;1124;p34">
                  <a:extLst>
                    <a:ext uri="{FF2B5EF4-FFF2-40B4-BE49-F238E27FC236}">
                      <a16:creationId xmlns:a16="http://schemas.microsoft.com/office/drawing/2014/main" id="{E26CA786-B3AD-C45A-62B6-AB10CF0477DE}"/>
                    </a:ext>
                  </a:extLst>
                </p:cNvPr>
                <p:cNvGrpSpPr/>
                <p:nvPr/>
              </p:nvGrpSpPr>
              <p:grpSpPr>
                <a:xfrm>
                  <a:off x="4275677" y="3065525"/>
                  <a:ext cx="334517" cy="144303"/>
                  <a:chOff x="4275677" y="3065525"/>
                  <a:chExt cx="334517" cy="144303"/>
                </a:xfrm>
              </p:grpSpPr>
              <p:sp>
                <p:nvSpPr>
                  <p:cNvPr id="1125" name="Google Shape;1125;p34">
                    <a:extLst>
                      <a:ext uri="{FF2B5EF4-FFF2-40B4-BE49-F238E27FC236}">
                        <a16:creationId xmlns:a16="http://schemas.microsoft.com/office/drawing/2014/main" id="{BA057E98-DB98-9A8D-FE3F-50A0FA123780}"/>
                      </a:ext>
                    </a:extLst>
                  </p:cNvPr>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6" name="Google Shape;1126;p34">
                    <a:extLst>
                      <a:ext uri="{FF2B5EF4-FFF2-40B4-BE49-F238E27FC236}">
                        <a16:creationId xmlns:a16="http://schemas.microsoft.com/office/drawing/2014/main" id="{4F785EBC-AABC-80F8-28A3-186D1099EBBE}"/>
                      </a:ext>
                    </a:extLst>
                  </p:cNvPr>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127" name="Google Shape;1127;p34">
                <a:extLst>
                  <a:ext uri="{FF2B5EF4-FFF2-40B4-BE49-F238E27FC236}">
                    <a16:creationId xmlns:a16="http://schemas.microsoft.com/office/drawing/2014/main" id="{32F4217E-6604-7AA5-31A9-FD2D535457B4}"/>
                  </a:ext>
                </a:extLst>
              </p:cNvPr>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8" name="Google Shape;1128;p34">
                <a:extLst>
                  <a:ext uri="{FF2B5EF4-FFF2-40B4-BE49-F238E27FC236}">
                    <a16:creationId xmlns:a16="http://schemas.microsoft.com/office/drawing/2014/main" id="{3D934BB8-556D-349D-DEC5-EACDE3D17312}"/>
                  </a:ext>
                </a:extLst>
              </p:cNvPr>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9" name="Google Shape;1129;p34">
                <a:extLst>
                  <a:ext uri="{FF2B5EF4-FFF2-40B4-BE49-F238E27FC236}">
                    <a16:creationId xmlns:a16="http://schemas.microsoft.com/office/drawing/2014/main" id="{C7A11F68-F32B-44B1-F66D-0E76CABBD63A}"/>
                  </a:ext>
                </a:extLst>
              </p:cNvPr>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pic>
        <p:nvPicPr>
          <p:cNvPr id="2" name="图片 1">
            <a:extLst>
              <a:ext uri="{FF2B5EF4-FFF2-40B4-BE49-F238E27FC236}">
                <a16:creationId xmlns:a16="http://schemas.microsoft.com/office/drawing/2014/main" id="{6332BB0A-AE85-C95E-F96B-9154D25CD354}"/>
              </a:ext>
            </a:extLst>
          </p:cNvPr>
          <p:cNvPicPr>
            <a:picLocks noChangeAspect="1"/>
          </p:cNvPicPr>
          <p:nvPr/>
        </p:nvPicPr>
        <p:blipFill rotWithShape="1">
          <a:blip r:embed="rId3"/>
          <a:srcRect r="937" b="2965"/>
          <a:stretch>
            <a:fillRect/>
          </a:stretch>
        </p:blipFill>
        <p:spPr bwMode="auto">
          <a:xfrm>
            <a:off x="717661" y="2402354"/>
            <a:ext cx="3750752" cy="2296120"/>
          </a:xfrm>
          <a:prstGeom prst="rect">
            <a:avLst/>
          </a:prstGeom>
          <a:ln>
            <a:noFill/>
          </a:ln>
          <a:extLst>
            <a:ext uri="{53640926-AAD7-44D8-BBD7-CCE9431645EC}">
              <a14:shadowObscured xmlns:a14="http://schemas.microsoft.com/office/drawing/2010/main"/>
            </a:ext>
          </a:extLst>
        </p:spPr>
      </p:pic>
      <p:pic>
        <p:nvPicPr>
          <p:cNvPr id="4" name="图片 3">
            <a:extLst>
              <a:ext uri="{FF2B5EF4-FFF2-40B4-BE49-F238E27FC236}">
                <a16:creationId xmlns:a16="http://schemas.microsoft.com/office/drawing/2014/main" id="{EFE8D3F9-129A-9CDD-D52E-7631F468EEC5}"/>
              </a:ext>
            </a:extLst>
          </p:cNvPr>
          <p:cNvPicPr>
            <a:picLocks noChangeAspect="1"/>
          </p:cNvPicPr>
          <p:nvPr/>
        </p:nvPicPr>
        <p:blipFill>
          <a:blip r:embed="rId4"/>
          <a:stretch>
            <a:fillRect/>
          </a:stretch>
        </p:blipFill>
        <p:spPr>
          <a:xfrm>
            <a:off x="4752962" y="2402354"/>
            <a:ext cx="3671038" cy="2294398"/>
          </a:xfrm>
          <a:prstGeom prst="rect">
            <a:avLst/>
          </a:prstGeom>
        </p:spPr>
      </p:pic>
    </p:spTree>
    <p:extLst>
      <p:ext uri="{BB962C8B-B14F-4D97-AF65-F5344CB8AC3E}">
        <p14:creationId xmlns:p14="http://schemas.microsoft.com/office/powerpoint/2010/main" val="338713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08">
          <a:extLst>
            <a:ext uri="{FF2B5EF4-FFF2-40B4-BE49-F238E27FC236}">
              <a16:creationId xmlns:a16="http://schemas.microsoft.com/office/drawing/2014/main" id="{8EC34158-2CCA-AAC6-2D85-C18CB8C7CDBD}"/>
            </a:ext>
          </a:extLst>
        </p:cNvPr>
        <p:cNvGrpSpPr/>
        <p:nvPr/>
      </p:nvGrpSpPr>
      <p:grpSpPr>
        <a:xfrm>
          <a:off x="0" y="0"/>
          <a:ext cx="0" cy="0"/>
          <a:chOff x="0" y="0"/>
          <a:chExt cx="0" cy="0"/>
        </a:xfrm>
      </p:grpSpPr>
      <p:sp>
        <p:nvSpPr>
          <p:cNvPr id="1110" name="Google Shape;1110;p34">
            <a:extLst>
              <a:ext uri="{FF2B5EF4-FFF2-40B4-BE49-F238E27FC236}">
                <a16:creationId xmlns:a16="http://schemas.microsoft.com/office/drawing/2014/main" id="{19C354A1-D11D-F97F-115F-5F11655864B9}"/>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US" altLang="zh-CN" sz="2400" dirty="0"/>
              <a:t>Example Workflow 6: Generate Note</a:t>
            </a:r>
            <a:endParaRPr lang="zh-CN" altLang="zh-CN" sz="2400" dirty="0"/>
          </a:p>
        </p:txBody>
      </p:sp>
      <p:sp>
        <p:nvSpPr>
          <p:cNvPr id="1112" name="Google Shape;1112;p34">
            <a:extLst>
              <a:ext uri="{FF2B5EF4-FFF2-40B4-BE49-F238E27FC236}">
                <a16:creationId xmlns:a16="http://schemas.microsoft.com/office/drawing/2014/main" id="{D2F0BA14-5E8E-6BCD-32ED-099D6EE10A5A}"/>
              </a:ext>
            </a:extLst>
          </p:cNvPr>
          <p:cNvSpPr txBox="1">
            <a:spLocks noGrp="1"/>
          </p:cNvSpPr>
          <p:nvPr>
            <p:ph type="subTitle" idx="2"/>
          </p:nvPr>
        </p:nvSpPr>
        <p:spPr>
          <a:xfrm>
            <a:off x="582706" y="1326353"/>
            <a:ext cx="7841294" cy="3372121"/>
          </a:xfrm>
          <a:prstGeom prst="rect">
            <a:avLst/>
          </a:prstGeom>
        </p:spPr>
        <p:txBody>
          <a:bodyPr spcFirstLastPara="1" wrap="square" lIns="91425" tIns="91425" rIns="91425" bIns="91425" anchor="t" anchorCtr="0">
            <a:noAutofit/>
          </a:bodyPr>
          <a:lstStyle/>
          <a:p>
            <a:pPr marL="171450" indent="-171450">
              <a:buFont typeface="Arial" panose="020B0604020202020204" pitchFamily="34" charset="0"/>
              <a:buChar char="•"/>
            </a:pPr>
            <a:r>
              <a:rPr lang="en-US" altLang="zh-CN" sz="1400" dirty="0">
                <a:latin typeface="+mj-lt"/>
              </a:rPr>
              <a:t>The user then asks the assistant to generate a note from the document according to a study-oriented instruction. The assistant creates or updates the session note, and the resulting note appears in the right-side note panel as a persistent Markdown artifact.</a:t>
            </a:r>
            <a:endParaRPr lang="zh-CN" altLang="zh-CN" sz="1400" dirty="0">
              <a:latin typeface="+mj-lt"/>
            </a:endParaRPr>
          </a:p>
        </p:txBody>
      </p:sp>
      <p:grpSp>
        <p:nvGrpSpPr>
          <p:cNvPr id="1114" name="Google Shape;1114;p34">
            <a:extLst>
              <a:ext uri="{FF2B5EF4-FFF2-40B4-BE49-F238E27FC236}">
                <a16:creationId xmlns:a16="http://schemas.microsoft.com/office/drawing/2014/main" id="{C0354E56-E2A7-04E1-8BDF-D378593707FD}"/>
              </a:ext>
            </a:extLst>
          </p:cNvPr>
          <p:cNvGrpSpPr/>
          <p:nvPr/>
        </p:nvGrpSpPr>
        <p:grpSpPr>
          <a:xfrm>
            <a:off x="7658533" y="701383"/>
            <a:ext cx="1187311" cy="624971"/>
            <a:chOff x="3859815" y="2867310"/>
            <a:chExt cx="1262157" cy="664368"/>
          </a:xfrm>
        </p:grpSpPr>
        <p:sp>
          <p:nvSpPr>
            <p:cNvPr id="1115" name="Google Shape;1115;p34">
              <a:extLst>
                <a:ext uri="{FF2B5EF4-FFF2-40B4-BE49-F238E27FC236}">
                  <a16:creationId xmlns:a16="http://schemas.microsoft.com/office/drawing/2014/main" id="{836BBD65-2BC8-C946-3353-399C94D7D06B}"/>
                </a:ext>
              </a:extLst>
            </p:cNvPr>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116" name="Google Shape;1116;p34">
              <a:extLst>
                <a:ext uri="{FF2B5EF4-FFF2-40B4-BE49-F238E27FC236}">
                  <a16:creationId xmlns:a16="http://schemas.microsoft.com/office/drawing/2014/main" id="{0951C70A-2B4E-0CC0-4717-F4FCA6F0FF39}"/>
                </a:ext>
              </a:extLst>
            </p:cNvPr>
            <p:cNvGrpSpPr/>
            <p:nvPr/>
          </p:nvGrpSpPr>
          <p:grpSpPr>
            <a:xfrm>
              <a:off x="4275677" y="3065525"/>
              <a:ext cx="334517" cy="380047"/>
              <a:chOff x="4275677" y="3065525"/>
              <a:chExt cx="334517" cy="380047"/>
            </a:xfrm>
          </p:grpSpPr>
          <p:grpSp>
            <p:nvGrpSpPr>
              <p:cNvPr id="1117" name="Google Shape;1117;p34">
                <a:extLst>
                  <a:ext uri="{FF2B5EF4-FFF2-40B4-BE49-F238E27FC236}">
                    <a16:creationId xmlns:a16="http://schemas.microsoft.com/office/drawing/2014/main" id="{C06BAC7B-6D9F-E543-2CBE-1425B17D779F}"/>
                  </a:ext>
                </a:extLst>
              </p:cNvPr>
              <p:cNvGrpSpPr/>
              <p:nvPr/>
            </p:nvGrpSpPr>
            <p:grpSpPr>
              <a:xfrm>
                <a:off x="4275677" y="3065525"/>
                <a:ext cx="334517" cy="380047"/>
                <a:chOff x="4275677" y="3065525"/>
                <a:chExt cx="334517" cy="380047"/>
              </a:xfrm>
            </p:grpSpPr>
            <p:grpSp>
              <p:nvGrpSpPr>
                <p:cNvPr id="1118" name="Google Shape;1118;p34">
                  <a:extLst>
                    <a:ext uri="{FF2B5EF4-FFF2-40B4-BE49-F238E27FC236}">
                      <a16:creationId xmlns:a16="http://schemas.microsoft.com/office/drawing/2014/main" id="{ABAFABFD-7EF9-5521-29DF-5A9905BDF998}"/>
                    </a:ext>
                  </a:extLst>
                </p:cNvPr>
                <p:cNvGrpSpPr/>
                <p:nvPr/>
              </p:nvGrpSpPr>
              <p:grpSpPr>
                <a:xfrm>
                  <a:off x="4275677" y="3301269"/>
                  <a:ext cx="334422" cy="144303"/>
                  <a:chOff x="4275677" y="3301269"/>
                  <a:chExt cx="334422" cy="144303"/>
                </a:xfrm>
              </p:grpSpPr>
              <p:sp>
                <p:nvSpPr>
                  <p:cNvPr id="1119" name="Google Shape;1119;p34">
                    <a:extLst>
                      <a:ext uri="{FF2B5EF4-FFF2-40B4-BE49-F238E27FC236}">
                        <a16:creationId xmlns:a16="http://schemas.microsoft.com/office/drawing/2014/main" id="{985610A1-E8D1-0B7A-19A0-1AB88590C053}"/>
                      </a:ext>
                    </a:extLst>
                  </p:cNvPr>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0" name="Google Shape;1120;p34">
                    <a:extLst>
                      <a:ext uri="{FF2B5EF4-FFF2-40B4-BE49-F238E27FC236}">
                        <a16:creationId xmlns:a16="http://schemas.microsoft.com/office/drawing/2014/main" id="{AF95E9FF-AF46-33B3-6CF2-B99EED085185}"/>
                      </a:ext>
                    </a:extLst>
                  </p:cNvPr>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1" name="Google Shape;1121;p34">
                  <a:extLst>
                    <a:ext uri="{FF2B5EF4-FFF2-40B4-BE49-F238E27FC236}">
                      <a16:creationId xmlns:a16="http://schemas.microsoft.com/office/drawing/2014/main" id="{3A5AA983-C2F7-87EC-18FC-32695F60FBA1}"/>
                    </a:ext>
                  </a:extLst>
                </p:cNvPr>
                <p:cNvGrpSpPr/>
                <p:nvPr/>
              </p:nvGrpSpPr>
              <p:grpSpPr>
                <a:xfrm>
                  <a:off x="4275677" y="3183350"/>
                  <a:ext cx="334422" cy="144302"/>
                  <a:chOff x="4275677" y="3183350"/>
                  <a:chExt cx="334422" cy="144302"/>
                </a:xfrm>
              </p:grpSpPr>
              <p:sp>
                <p:nvSpPr>
                  <p:cNvPr id="1122" name="Google Shape;1122;p34">
                    <a:extLst>
                      <a:ext uri="{FF2B5EF4-FFF2-40B4-BE49-F238E27FC236}">
                        <a16:creationId xmlns:a16="http://schemas.microsoft.com/office/drawing/2014/main" id="{5AAFFBB3-3E7F-7748-83B0-630C09065081}"/>
                      </a:ext>
                    </a:extLst>
                  </p:cNvPr>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3" name="Google Shape;1123;p34">
                    <a:extLst>
                      <a:ext uri="{FF2B5EF4-FFF2-40B4-BE49-F238E27FC236}">
                        <a16:creationId xmlns:a16="http://schemas.microsoft.com/office/drawing/2014/main" id="{75FC1C4A-1EB1-E582-F58A-D8585A258F7E}"/>
                      </a:ext>
                    </a:extLst>
                  </p:cNvPr>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4" name="Google Shape;1124;p34">
                  <a:extLst>
                    <a:ext uri="{FF2B5EF4-FFF2-40B4-BE49-F238E27FC236}">
                      <a16:creationId xmlns:a16="http://schemas.microsoft.com/office/drawing/2014/main" id="{FF0F4F53-FE8E-6B0D-1345-3EB8F2F0DE35}"/>
                    </a:ext>
                  </a:extLst>
                </p:cNvPr>
                <p:cNvGrpSpPr/>
                <p:nvPr/>
              </p:nvGrpSpPr>
              <p:grpSpPr>
                <a:xfrm>
                  <a:off x="4275677" y="3065525"/>
                  <a:ext cx="334517" cy="144303"/>
                  <a:chOff x="4275677" y="3065525"/>
                  <a:chExt cx="334517" cy="144303"/>
                </a:xfrm>
              </p:grpSpPr>
              <p:sp>
                <p:nvSpPr>
                  <p:cNvPr id="1125" name="Google Shape;1125;p34">
                    <a:extLst>
                      <a:ext uri="{FF2B5EF4-FFF2-40B4-BE49-F238E27FC236}">
                        <a16:creationId xmlns:a16="http://schemas.microsoft.com/office/drawing/2014/main" id="{26782ECE-EDCC-F4EC-6CDB-DAE82E4FAC4F}"/>
                      </a:ext>
                    </a:extLst>
                  </p:cNvPr>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6" name="Google Shape;1126;p34">
                    <a:extLst>
                      <a:ext uri="{FF2B5EF4-FFF2-40B4-BE49-F238E27FC236}">
                        <a16:creationId xmlns:a16="http://schemas.microsoft.com/office/drawing/2014/main" id="{988DBBB2-B2ED-CB46-A8B7-40770653354D}"/>
                      </a:ext>
                    </a:extLst>
                  </p:cNvPr>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127" name="Google Shape;1127;p34">
                <a:extLst>
                  <a:ext uri="{FF2B5EF4-FFF2-40B4-BE49-F238E27FC236}">
                    <a16:creationId xmlns:a16="http://schemas.microsoft.com/office/drawing/2014/main" id="{10587888-C1C1-4C82-CDC2-1EE3DD643510}"/>
                  </a:ext>
                </a:extLst>
              </p:cNvPr>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8" name="Google Shape;1128;p34">
                <a:extLst>
                  <a:ext uri="{FF2B5EF4-FFF2-40B4-BE49-F238E27FC236}">
                    <a16:creationId xmlns:a16="http://schemas.microsoft.com/office/drawing/2014/main" id="{737B6E35-7C2C-C1B5-DC65-907DC8ACB76D}"/>
                  </a:ext>
                </a:extLst>
              </p:cNvPr>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9" name="Google Shape;1129;p34">
                <a:extLst>
                  <a:ext uri="{FF2B5EF4-FFF2-40B4-BE49-F238E27FC236}">
                    <a16:creationId xmlns:a16="http://schemas.microsoft.com/office/drawing/2014/main" id="{2FA9544C-4C50-4014-85DD-A0A8DD3051C9}"/>
                  </a:ext>
                </a:extLst>
              </p:cNvPr>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pic>
        <p:nvPicPr>
          <p:cNvPr id="3" name="图片 2">
            <a:extLst>
              <a:ext uri="{FF2B5EF4-FFF2-40B4-BE49-F238E27FC236}">
                <a16:creationId xmlns:a16="http://schemas.microsoft.com/office/drawing/2014/main" id="{A83499FC-2B04-0969-DB1E-5DDE3158AF95}"/>
              </a:ext>
            </a:extLst>
          </p:cNvPr>
          <p:cNvPicPr>
            <a:picLocks noChangeAspect="1"/>
          </p:cNvPicPr>
          <p:nvPr/>
        </p:nvPicPr>
        <p:blipFill rotWithShape="1">
          <a:blip r:embed="rId3"/>
          <a:srcRect r="1043"/>
          <a:stretch>
            <a:fillRect/>
          </a:stretch>
        </p:blipFill>
        <p:spPr bwMode="auto">
          <a:xfrm>
            <a:off x="582706" y="2402354"/>
            <a:ext cx="3666954" cy="2315783"/>
          </a:xfrm>
          <a:prstGeom prst="rect">
            <a:avLst/>
          </a:prstGeom>
          <a:ln>
            <a:noFill/>
          </a:ln>
          <a:extLst>
            <a:ext uri="{53640926-AAD7-44D8-BBD7-CCE9431645EC}">
              <a14:shadowObscured xmlns:a14="http://schemas.microsoft.com/office/drawing/2010/main"/>
            </a:ext>
          </a:extLst>
        </p:spPr>
      </p:pic>
      <p:pic>
        <p:nvPicPr>
          <p:cNvPr id="5" name="图片 4">
            <a:extLst>
              <a:ext uri="{FF2B5EF4-FFF2-40B4-BE49-F238E27FC236}">
                <a16:creationId xmlns:a16="http://schemas.microsoft.com/office/drawing/2014/main" id="{34F76DF1-D374-DA26-F790-B8E5195F7206}"/>
              </a:ext>
            </a:extLst>
          </p:cNvPr>
          <p:cNvPicPr>
            <a:picLocks noChangeAspect="1"/>
          </p:cNvPicPr>
          <p:nvPr/>
        </p:nvPicPr>
        <p:blipFill rotWithShape="1">
          <a:blip r:embed="rId4"/>
          <a:srcRect r="937"/>
          <a:stretch>
            <a:fillRect/>
          </a:stretch>
        </p:blipFill>
        <p:spPr bwMode="auto">
          <a:xfrm>
            <a:off x="4752961" y="2382691"/>
            <a:ext cx="3671039" cy="231578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20172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08">
          <a:extLst>
            <a:ext uri="{FF2B5EF4-FFF2-40B4-BE49-F238E27FC236}">
              <a16:creationId xmlns:a16="http://schemas.microsoft.com/office/drawing/2014/main" id="{3986DED7-9D0A-329E-04DB-8909CC0CB16D}"/>
            </a:ext>
          </a:extLst>
        </p:cNvPr>
        <p:cNvGrpSpPr/>
        <p:nvPr/>
      </p:nvGrpSpPr>
      <p:grpSpPr>
        <a:xfrm>
          <a:off x="0" y="0"/>
          <a:ext cx="0" cy="0"/>
          <a:chOff x="0" y="0"/>
          <a:chExt cx="0" cy="0"/>
        </a:xfrm>
      </p:grpSpPr>
      <p:sp>
        <p:nvSpPr>
          <p:cNvPr id="1110" name="Google Shape;1110;p34">
            <a:extLst>
              <a:ext uri="{FF2B5EF4-FFF2-40B4-BE49-F238E27FC236}">
                <a16:creationId xmlns:a16="http://schemas.microsoft.com/office/drawing/2014/main" id="{98A8A65E-3330-5E13-D46B-B58A7F9763A8}"/>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US" altLang="zh-CN" sz="2400" dirty="0"/>
              <a:t>Example Workflow 7: Note to DOCX</a:t>
            </a:r>
            <a:endParaRPr lang="zh-CN" altLang="zh-CN" sz="2400" dirty="0"/>
          </a:p>
        </p:txBody>
      </p:sp>
      <p:sp>
        <p:nvSpPr>
          <p:cNvPr id="1112" name="Google Shape;1112;p34">
            <a:extLst>
              <a:ext uri="{FF2B5EF4-FFF2-40B4-BE49-F238E27FC236}">
                <a16:creationId xmlns:a16="http://schemas.microsoft.com/office/drawing/2014/main" id="{144E07A2-BF54-AA6A-F5B6-B213CB036F4D}"/>
              </a:ext>
            </a:extLst>
          </p:cNvPr>
          <p:cNvSpPr txBox="1">
            <a:spLocks noGrp="1"/>
          </p:cNvSpPr>
          <p:nvPr>
            <p:ph type="subTitle" idx="2"/>
          </p:nvPr>
        </p:nvSpPr>
        <p:spPr>
          <a:xfrm>
            <a:off x="582706" y="1326353"/>
            <a:ext cx="7841294" cy="3372121"/>
          </a:xfrm>
          <a:prstGeom prst="rect">
            <a:avLst/>
          </a:prstGeom>
        </p:spPr>
        <p:txBody>
          <a:bodyPr spcFirstLastPara="1" wrap="square" lIns="91425" tIns="91425" rIns="91425" bIns="91425" anchor="t" anchorCtr="0">
            <a:noAutofit/>
          </a:bodyPr>
          <a:lstStyle/>
          <a:p>
            <a:pPr marL="171450" indent="-171450">
              <a:buFont typeface="Arial" panose="020B0604020202020204" pitchFamily="34" charset="0"/>
              <a:buChar char="•"/>
            </a:pPr>
            <a:r>
              <a:rPr lang="en-US" altLang="zh-CN" sz="1400" dirty="0">
                <a:latin typeface="+mj-lt"/>
              </a:rPr>
              <a:t>After the note is generated, the user requests that it be converted into docx format. The assistant creates an export tool request, the system asks for approval, and once approved, </a:t>
            </a:r>
            <a:r>
              <a:rPr lang="en-US" altLang="zh-CN" sz="1400" dirty="0" err="1">
                <a:latin typeface="+mj-lt"/>
              </a:rPr>
              <a:t>Pandoc</a:t>
            </a:r>
            <a:r>
              <a:rPr lang="en-US" altLang="zh-CN" sz="1400" dirty="0">
                <a:latin typeface="+mj-lt"/>
              </a:rPr>
              <a:t> generates the office-document artifact. The generated docx file then appears in the artifact panel.</a:t>
            </a:r>
            <a:endParaRPr lang="zh-CN" altLang="zh-CN" sz="1400" dirty="0">
              <a:latin typeface="+mj-lt"/>
            </a:endParaRPr>
          </a:p>
        </p:txBody>
      </p:sp>
      <p:grpSp>
        <p:nvGrpSpPr>
          <p:cNvPr id="1114" name="Google Shape;1114;p34">
            <a:extLst>
              <a:ext uri="{FF2B5EF4-FFF2-40B4-BE49-F238E27FC236}">
                <a16:creationId xmlns:a16="http://schemas.microsoft.com/office/drawing/2014/main" id="{51C364AB-BD2A-8E1C-4873-7E7D4905EA20}"/>
              </a:ext>
            </a:extLst>
          </p:cNvPr>
          <p:cNvGrpSpPr/>
          <p:nvPr/>
        </p:nvGrpSpPr>
        <p:grpSpPr>
          <a:xfrm>
            <a:off x="7658533" y="701383"/>
            <a:ext cx="1187311" cy="624971"/>
            <a:chOff x="3859815" y="2867310"/>
            <a:chExt cx="1262157" cy="664368"/>
          </a:xfrm>
        </p:grpSpPr>
        <p:sp>
          <p:nvSpPr>
            <p:cNvPr id="1115" name="Google Shape;1115;p34">
              <a:extLst>
                <a:ext uri="{FF2B5EF4-FFF2-40B4-BE49-F238E27FC236}">
                  <a16:creationId xmlns:a16="http://schemas.microsoft.com/office/drawing/2014/main" id="{64EB620F-132A-A67C-B576-F898888B569E}"/>
                </a:ext>
              </a:extLst>
            </p:cNvPr>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116" name="Google Shape;1116;p34">
              <a:extLst>
                <a:ext uri="{FF2B5EF4-FFF2-40B4-BE49-F238E27FC236}">
                  <a16:creationId xmlns:a16="http://schemas.microsoft.com/office/drawing/2014/main" id="{1B858D90-B98C-4D4C-EA8E-EE060DA84AB5}"/>
                </a:ext>
              </a:extLst>
            </p:cNvPr>
            <p:cNvGrpSpPr/>
            <p:nvPr/>
          </p:nvGrpSpPr>
          <p:grpSpPr>
            <a:xfrm>
              <a:off x="4275677" y="3065525"/>
              <a:ext cx="334517" cy="380047"/>
              <a:chOff x="4275677" y="3065525"/>
              <a:chExt cx="334517" cy="380047"/>
            </a:xfrm>
          </p:grpSpPr>
          <p:grpSp>
            <p:nvGrpSpPr>
              <p:cNvPr id="1117" name="Google Shape;1117;p34">
                <a:extLst>
                  <a:ext uri="{FF2B5EF4-FFF2-40B4-BE49-F238E27FC236}">
                    <a16:creationId xmlns:a16="http://schemas.microsoft.com/office/drawing/2014/main" id="{8A0449EB-39DF-3226-FAA9-777DD6AA4DC5}"/>
                  </a:ext>
                </a:extLst>
              </p:cNvPr>
              <p:cNvGrpSpPr/>
              <p:nvPr/>
            </p:nvGrpSpPr>
            <p:grpSpPr>
              <a:xfrm>
                <a:off x="4275677" y="3065525"/>
                <a:ext cx="334517" cy="380047"/>
                <a:chOff x="4275677" y="3065525"/>
                <a:chExt cx="334517" cy="380047"/>
              </a:xfrm>
            </p:grpSpPr>
            <p:grpSp>
              <p:nvGrpSpPr>
                <p:cNvPr id="1118" name="Google Shape;1118;p34">
                  <a:extLst>
                    <a:ext uri="{FF2B5EF4-FFF2-40B4-BE49-F238E27FC236}">
                      <a16:creationId xmlns:a16="http://schemas.microsoft.com/office/drawing/2014/main" id="{EF912028-FEF2-C6B0-42D1-32007B6BE0AE}"/>
                    </a:ext>
                  </a:extLst>
                </p:cNvPr>
                <p:cNvGrpSpPr/>
                <p:nvPr/>
              </p:nvGrpSpPr>
              <p:grpSpPr>
                <a:xfrm>
                  <a:off x="4275677" y="3301269"/>
                  <a:ext cx="334422" cy="144303"/>
                  <a:chOff x="4275677" y="3301269"/>
                  <a:chExt cx="334422" cy="144303"/>
                </a:xfrm>
              </p:grpSpPr>
              <p:sp>
                <p:nvSpPr>
                  <p:cNvPr id="1119" name="Google Shape;1119;p34">
                    <a:extLst>
                      <a:ext uri="{FF2B5EF4-FFF2-40B4-BE49-F238E27FC236}">
                        <a16:creationId xmlns:a16="http://schemas.microsoft.com/office/drawing/2014/main" id="{B359404B-93FD-6A46-3E5B-2DA3D986454B}"/>
                      </a:ext>
                    </a:extLst>
                  </p:cNvPr>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0" name="Google Shape;1120;p34">
                    <a:extLst>
                      <a:ext uri="{FF2B5EF4-FFF2-40B4-BE49-F238E27FC236}">
                        <a16:creationId xmlns:a16="http://schemas.microsoft.com/office/drawing/2014/main" id="{16911FED-4AFA-1F79-F6CA-565814A1F84A}"/>
                      </a:ext>
                    </a:extLst>
                  </p:cNvPr>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1" name="Google Shape;1121;p34">
                  <a:extLst>
                    <a:ext uri="{FF2B5EF4-FFF2-40B4-BE49-F238E27FC236}">
                      <a16:creationId xmlns:a16="http://schemas.microsoft.com/office/drawing/2014/main" id="{B895A6E6-10CC-61C0-712B-C02D4FD02E20}"/>
                    </a:ext>
                  </a:extLst>
                </p:cNvPr>
                <p:cNvGrpSpPr/>
                <p:nvPr/>
              </p:nvGrpSpPr>
              <p:grpSpPr>
                <a:xfrm>
                  <a:off x="4275677" y="3183350"/>
                  <a:ext cx="334422" cy="144302"/>
                  <a:chOff x="4275677" y="3183350"/>
                  <a:chExt cx="334422" cy="144302"/>
                </a:xfrm>
              </p:grpSpPr>
              <p:sp>
                <p:nvSpPr>
                  <p:cNvPr id="1122" name="Google Shape;1122;p34">
                    <a:extLst>
                      <a:ext uri="{FF2B5EF4-FFF2-40B4-BE49-F238E27FC236}">
                        <a16:creationId xmlns:a16="http://schemas.microsoft.com/office/drawing/2014/main" id="{1592BA85-F3F1-42A7-90CF-307B3695A6E2}"/>
                      </a:ext>
                    </a:extLst>
                  </p:cNvPr>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3" name="Google Shape;1123;p34">
                    <a:extLst>
                      <a:ext uri="{FF2B5EF4-FFF2-40B4-BE49-F238E27FC236}">
                        <a16:creationId xmlns:a16="http://schemas.microsoft.com/office/drawing/2014/main" id="{5ABC8D8F-683C-5BEE-E020-E1F6063DCF9A}"/>
                      </a:ext>
                    </a:extLst>
                  </p:cNvPr>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4" name="Google Shape;1124;p34">
                  <a:extLst>
                    <a:ext uri="{FF2B5EF4-FFF2-40B4-BE49-F238E27FC236}">
                      <a16:creationId xmlns:a16="http://schemas.microsoft.com/office/drawing/2014/main" id="{7E7A1729-3688-0F31-3E3E-6A5CE0CF56F1}"/>
                    </a:ext>
                  </a:extLst>
                </p:cNvPr>
                <p:cNvGrpSpPr/>
                <p:nvPr/>
              </p:nvGrpSpPr>
              <p:grpSpPr>
                <a:xfrm>
                  <a:off x="4275677" y="3065525"/>
                  <a:ext cx="334517" cy="144303"/>
                  <a:chOff x="4275677" y="3065525"/>
                  <a:chExt cx="334517" cy="144303"/>
                </a:xfrm>
              </p:grpSpPr>
              <p:sp>
                <p:nvSpPr>
                  <p:cNvPr id="1125" name="Google Shape;1125;p34">
                    <a:extLst>
                      <a:ext uri="{FF2B5EF4-FFF2-40B4-BE49-F238E27FC236}">
                        <a16:creationId xmlns:a16="http://schemas.microsoft.com/office/drawing/2014/main" id="{DE1A2CB5-0E7F-4D5C-B7B1-5ADF588F30D0}"/>
                      </a:ext>
                    </a:extLst>
                  </p:cNvPr>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6" name="Google Shape;1126;p34">
                    <a:extLst>
                      <a:ext uri="{FF2B5EF4-FFF2-40B4-BE49-F238E27FC236}">
                        <a16:creationId xmlns:a16="http://schemas.microsoft.com/office/drawing/2014/main" id="{A380B6AB-D4E8-E150-DFAA-15C29ADD81DB}"/>
                      </a:ext>
                    </a:extLst>
                  </p:cNvPr>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127" name="Google Shape;1127;p34">
                <a:extLst>
                  <a:ext uri="{FF2B5EF4-FFF2-40B4-BE49-F238E27FC236}">
                    <a16:creationId xmlns:a16="http://schemas.microsoft.com/office/drawing/2014/main" id="{8ADA205D-DA5A-8F5B-ED0B-7F6081F958A6}"/>
                  </a:ext>
                </a:extLst>
              </p:cNvPr>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8" name="Google Shape;1128;p34">
                <a:extLst>
                  <a:ext uri="{FF2B5EF4-FFF2-40B4-BE49-F238E27FC236}">
                    <a16:creationId xmlns:a16="http://schemas.microsoft.com/office/drawing/2014/main" id="{A4DAA228-13D7-ED4E-7B69-B6A4ABA7B97C}"/>
                  </a:ext>
                </a:extLst>
              </p:cNvPr>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9" name="Google Shape;1129;p34">
                <a:extLst>
                  <a:ext uri="{FF2B5EF4-FFF2-40B4-BE49-F238E27FC236}">
                    <a16:creationId xmlns:a16="http://schemas.microsoft.com/office/drawing/2014/main" id="{7C2F971B-180E-F3D7-4015-2108C81F708C}"/>
                  </a:ext>
                </a:extLst>
              </p:cNvPr>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pic>
        <p:nvPicPr>
          <p:cNvPr id="2" name="图片 1">
            <a:extLst>
              <a:ext uri="{FF2B5EF4-FFF2-40B4-BE49-F238E27FC236}">
                <a16:creationId xmlns:a16="http://schemas.microsoft.com/office/drawing/2014/main" id="{E35AA838-5F29-DFE9-4E34-FB06BD4311E6}"/>
              </a:ext>
            </a:extLst>
          </p:cNvPr>
          <p:cNvPicPr>
            <a:picLocks noChangeAspect="1"/>
          </p:cNvPicPr>
          <p:nvPr/>
        </p:nvPicPr>
        <p:blipFill rotWithShape="1">
          <a:blip r:embed="rId3"/>
          <a:srcRect r="1148" b="3126"/>
          <a:stretch>
            <a:fillRect/>
          </a:stretch>
        </p:blipFill>
        <p:spPr bwMode="auto">
          <a:xfrm>
            <a:off x="73467" y="2443830"/>
            <a:ext cx="3725786" cy="2281761"/>
          </a:xfrm>
          <a:prstGeom prst="rect">
            <a:avLst/>
          </a:prstGeom>
          <a:ln>
            <a:noFill/>
          </a:ln>
          <a:extLst>
            <a:ext uri="{53640926-AAD7-44D8-BBD7-CCE9431645EC}">
              <a14:shadowObscured xmlns:a14="http://schemas.microsoft.com/office/drawing/2010/main"/>
            </a:ext>
          </a:extLst>
        </p:spPr>
      </p:pic>
      <p:pic>
        <p:nvPicPr>
          <p:cNvPr id="4" name="图片 3">
            <a:extLst>
              <a:ext uri="{FF2B5EF4-FFF2-40B4-BE49-F238E27FC236}">
                <a16:creationId xmlns:a16="http://schemas.microsoft.com/office/drawing/2014/main" id="{C745EC27-FBFC-8F5C-011F-D53851577607}"/>
              </a:ext>
            </a:extLst>
          </p:cNvPr>
          <p:cNvPicPr>
            <a:picLocks noChangeAspect="1"/>
          </p:cNvPicPr>
          <p:nvPr/>
        </p:nvPicPr>
        <p:blipFill>
          <a:blip r:embed="rId4"/>
          <a:stretch>
            <a:fillRect/>
          </a:stretch>
        </p:blipFill>
        <p:spPr>
          <a:xfrm>
            <a:off x="3905613" y="2456589"/>
            <a:ext cx="5164920" cy="2269002"/>
          </a:xfrm>
          <a:prstGeom prst="rect">
            <a:avLst/>
          </a:prstGeom>
        </p:spPr>
      </p:pic>
    </p:spTree>
    <p:extLst>
      <p:ext uri="{BB962C8B-B14F-4D97-AF65-F5344CB8AC3E}">
        <p14:creationId xmlns:p14="http://schemas.microsoft.com/office/powerpoint/2010/main" val="3403726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08">
          <a:extLst>
            <a:ext uri="{FF2B5EF4-FFF2-40B4-BE49-F238E27FC236}">
              <a16:creationId xmlns:a16="http://schemas.microsoft.com/office/drawing/2014/main" id="{E83AB0FF-DBAE-439C-D687-9C636ABBD6E5}"/>
            </a:ext>
          </a:extLst>
        </p:cNvPr>
        <p:cNvGrpSpPr/>
        <p:nvPr/>
      </p:nvGrpSpPr>
      <p:grpSpPr>
        <a:xfrm>
          <a:off x="0" y="0"/>
          <a:ext cx="0" cy="0"/>
          <a:chOff x="0" y="0"/>
          <a:chExt cx="0" cy="0"/>
        </a:xfrm>
      </p:grpSpPr>
      <p:sp>
        <p:nvSpPr>
          <p:cNvPr id="1110" name="Google Shape;1110;p34">
            <a:extLst>
              <a:ext uri="{FF2B5EF4-FFF2-40B4-BE49-F238E27FC236}">
                <a16:creationId xmlns:a16="http://schemas.microsoft.com/office/drawing/2014/main" id="{2137C369-1D4F-7FE2-23B9-419E8449190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US" altLang="zh-CN" sz="2400" dirty="0"/>
              <a:t>Example Workflow 8: Presentable Note</a:t>
            </a:r>
            <a:endParaRPr lang="zh-CN" altLang="zh-CN" sz="2400" dirty="0"/>
          </a:p>
        </p:txBody>
      </p:sp>
      <p:sp>
        <p:nvSpPr>
          <p:cNvPr id="1112" name="Google Shape;1112;p34">
            <a:extLst>
              <a:ext uri="{FF2B5EF4-FFF2-40B4-BE49-F238E27FC236}">
                <a16:creationId xmlns:a16="http://schemas.microsoft.com/office/drawing/2014/main" id="{F7072808-B046-68A9-11F7-F3FB5C610CFD}"/>
              </a:ext>
            </a:extLst>
          </p:cNvPr>
          <p:cNvSpPr txBox="1">
            <a:spLocks noGrp="1"/>
          </p:cNvSpPr>
          <p:nvPr>
            <p:ph type="subTitle" idx="2"/>
          </p:nvPr>
        </p:nvSpPr>
        <p:spPr>
          <a:xfrm>
            <a:off x="582706" y="1326353"/>
            <a:ext cx="7841294" cy="3372121"/>
          </a:xfrm>
          <a:prstGeom prst="rect">
            <a:avLst/>
          </a:prstGeom>
        </p:spPr>
        <p:txBody>
          <a:bodyPr spcFirstLastPara="1" wrap="square" lIns="91425" tIns="91425" rIns="91425" bIns="91425" anchor="t" anchorCtr="0">
            <a:noAutofit/>
          </a:bodyPr>
          <a:lstStyle/>
          <a:p>
            <a:pPr marL="171450" indent="-171450">
              <a:buFont typeface="Arial" panose="020B0604020202020204" pitchFamily="34" charset="0"/>
              <a:buChar char="•"/>
            </a:pPr>
            <a:r>
              <a:rPr lang="en-US" altLang="zh-CN" sz="1400" dirty="0">
                <a:latin typeface="+mj-lt"/>
              </a:rPr>
              <a:t>The workflow continues with a second instruction that asks the assistant to produce a more concise note suitable for presentation slides, including explicit page-break markers and a shorter, presentation-friendly structure. The assistant updates the session note accordingly so that the content becomes suitable for subsequent slide export.</a:t>
            </a:r>
            <a:endParaRPr lang="zh-CN" altLang="zh-CN" sz="1400" dirty="0">
              <a:latin typeface="+mj-lt"/>
            </a:endParaRPr>
          </a:p>
        </p:txBody>
      </p:sp>
      <p:grpSp>
        <p:nvGrpSpPr>
          <p:cNvPr id="1114" name="Google Shape;1114;p34">
            <a:extLst>
              <a:ext uri="{FF2B5EF4-FFF2-40B4-BE49-F238E27FC236}">
                <a16:creationId xmlns:a16="http://schemas.microsoft.com/office/drawing/2014/main" id="{0E1CFDA1-F47E-5D4A-BBCD-4BBECC8EC7A6}"/>
              </a:ext>
            </a:extLst>
          </p:cNvPr>
          <p:cNvGrpSpPr/>
          <p:nvPr/>
        </p:nvGrpSpPr>
        <p:grpSpPr>
          <a:xfrm>
            <a:off x="7658533" y="701383"/>
            <a:ext cx="1187311" cy="624971"/>
            <a:chOff x="3859815" y="2867310"/>
            <a:chExt cx="1262157" cy="664368"/>
          </a:xfrm>
        </p:grpSpPr>
        <p:sp>
          <p:nvSpPr>
            <p:cNvPr id="1115" name="Google Shape;1115;p34">
              <a:extLst>
                <a:ext uri="{FF2B5EF4-FFF2-40B4-BE49-F238E27FC236}">
                  <a16:creationId xmlns:a16="http://schemas.microsoft.com/office/drawing/2014/main" id="{F3F50B1B-023E-CB57-8CCE-1EB0BFE6259D}"/>
                </a:ext>
              </a:extLst>
            </p:cNvPr>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116" name="Google Shape;1116;p34">
              <a:extLst>
                <a:ext uri="{FF2B5EF4-FFF2-40B4-BE49-F238E27FC236}">
                  <a16:creationId xmlns:a16="http://schemas.microsoft.com/office/drawing/2014/main" id="{E828BF23-BB1C-BBAB-B089-9F17E01390A3}"/>
                </a:ext>
              </a:extLst>
            </p:cNvPr>
            <p:cNvGrpSpPr/>
            <p:nvPr/>
          </p:nvGrpSpPr>
          <p:grpSpPr>
            <a:xfrm>
              <a:off x="4275677" y="3065525"/>
              <a:ext cx="334517" cy="380047"/>
              <a:chOff x="4275677" y="3065525"/>
              <a:chExt cx="334517" cy="380047"/>
            </a:xfrm>
          </p:grpSpPr>
          <p:grpSp>
            <p:nvGrpSpPr>
              <p:cNvPr id="1117" name="Google Shape;1117;p34">
                <a:extLst>
                  <a:ext uri="{FF2B5EF4-FFF2-40B4-BE49-F238E27FC236}">
                    <a16:creationId xmlns:a16="http://schemas.microsoft.com/office/drawing/2014/main" id="{D30413A6-2007-2B8B-7DB7-FEA5520F6000}"/>
                  </a:ext>
                </a:extLst>
              </p:cNvPr>
              <p:cNvGrpSpPr/>
              <p:nvPr/>
            </p:nvGrpSpPr>
            <p:grpSpPr>
              <a:xfrm>
                <a:off x="4275677" y="3065525"/>
                <a:ext cx="334517" cy="380047"/>
                <a:chOff x="4275677" y="3065525"/>
                <a:chExt cx="334517" cy="380047"/>
              </a:xfrm>
            </p:grpSpPr>
            <p:grpSp>
              <p:nvGrpSpPr>
                <p:cNvPr id="1118" name="Google Shape;1118;p34">
                  <a:extLst>
                    <a:ext uri="{FF2B5EF4-FFF2-40B4-BE49-F238E27FC236}">
                      <a16:creationId xmlns:a16="http://schemas.microsoft.com/office/drawing/2014/main" id="{8E9BCE8C-B729-B4F7-6449-3655F2424F21}"/>
                    </a:ext>
                  </a:extLst>
                </p:cNvPr>
                <p:cNvGrpSpPr/>
                <p:nvPr/>
              </p:nvGrpSpPr>
              <p:grpSpPr>
                <a:xfrm>
                  <a:off x="4275677" y="3301269"/>
                  <a:ext cx="334422" cy="144303"/>
                  <a:chOff x="4275677" y="3301269"/>
                  <a:chExt cx="334422" cy="144303"/>
                </a:xfrm>
              </p:grpSpPr>
              <p:sp>
                <p:nvSpPr>
                  <p:cNvPr id="1119" name="Google Shape;1119;p34">
                    <a:extLst>
                      <a:ext uri="{FF2B5EF4-FFF2-40B4-BE49-F238E27FC236}">
                        <a16:creationId xmlns:a16="http://schemas.microsoft.com/office/drawing/2014/main" id="{C1385470-2154-6A0E-A454-F57996CE5A1A}"/>
                      </a:ext>
                    </a:extLst>
                  </p:cNvPr>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0" name="Google Shape;1120;p34">
                    <a:extLst>
                      <a:ext uri="{FF2B5EF4-FFF2-40B4-BE49-F238E27FC236}">
                        <a16:creationId xmlns:a16="http://schemas.microsoft.com/office/drawing/2014/main" id="{99E3DC06-2C3B-E887-13B9-29660C00BE00}"/>
                      </a:ext>
                    </a:extLst>
                  </p:cNvPr>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1" name="Google Shape;1121;p34">
                  <a:extLst>
                    <a:ext uri="{FF2B5EF4-FFF2-40B4-BE49-F238E27FC236}">
                      <a16:creationId xmlns:a16="http://schemas.microsoft.com/office/drawing/2014/main" id="{C345A065-D0FE-9329-2D2A-CEF23AD6B640}"/>
                    </a:ext>
                  </a:extLst>
                </p:cNvPr>
                <p:cNvGrpSpPr/>
                <p:nvPr/>
              </p:nvGrpSpPr>
              <p:grpSpPr>
                <a:xfrm>
                  <a:off x="4275677" y="3183350"/>
                  <a:ext cx="334422" cy="144302"/>
                  <a:chOff x="4275677" y="3183350"/>
                  <a:chExt cx="334422" cy="144302"/>
                </a:xfrm>
              </p:grpSpPr>
              <p:sp>
                <p:nvSpPr>
                  <p:cNvPr id="1122" name="Google Shape;1122;p34">
                    <a:extLst>
                      <a:ext uri="{FF2B5EF4-FFF2-40B4-BE49-F238E27FC236}">
                        <a16:creationId xmlns:a16="http://schemas.microsoft.com/office/drawing/2014/main" id="{593C82B2-AD7F-06FF-4EF3-03D73F188A67}"/>
                      </a:ext>
                    </a:extLst>
                  </p:cNvPr>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3" name="Google Shape;1123;p34">
                    <a:extLst>
                      <a:ext uri="{FF2B5EF4-FFF2-40B4-BE49-F238E27FC236}">
                        <a16:creationId xmlns:a16="http://schemas.microsoft.com/office/drawing/2014/main" id="{18CE2AFA-B6F2-7C8B-0A4A-DED6C53AFA6A}"/>
                      </a:ext>
                    </a:extLst>
                  </p:cNvPr>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4" name="Google Shape;1124;p34">
                  <a:extLst>
                    <a:ext uri="{FF2B5EF4-FFF2-40B4-BE49-F238E27FC236}">
                      <a16:creationId xmlns:a16="http://schemas.microsoft.com/office/drawing/2014/main" id="{14FD99AB-E81A-62DA-66F2-293F4D8D7E35}"/>
                    </a:ext>
                  </a:extLst>
                </p:cNvPr>
                <p:cNvGrpSpPr/>
                <p:nvPr/>
              </p:nvGrpSpPr>
              <p:grpSpPr>
                <a:xfrm>
                  <a:off x="4275677" y="3065525"/>
                  <a:ext cx="334517" cy="144303"/>
                  <a:chOff x="4275677" y="3065525"/>
                  <a:chExt cx="334517" cy="144303"/>
                </a:xfrm>
              </p:grpSpPr>
              <p:sp>
                <p:nvSpPr>
                  <p:cNvPr id="1125" name="Google Shape;1125;p34">
                    <a:extLst>
                      <a:ext uri="{FF2B5EF4-FFF2-40B4-BE49-F238E27FC236}">
                        <a16:creationId xmlns:a16="http://schemas.microsoft.com/office/drawing/2014/main" id="{397F22BA-1595-E7B6-973A-0186DE9B42C5}"/>
                      </a:ext>
                    </a:extLst>
                  </p:cNvPr>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6" name="Google Shape;1126;p34">
                    <a:extLst>
                      <a:ext uri="{FF2B5EF4-FFF2-40B4-BE49-F238E27FC236}">
                        <a16:creationId xmlns:a16="http://schemas.microsoft.com/office/drawing/2014/main" id="{38EC8F71-09B4-3C51-524E-BA44A3BB4662}"/>
                      </a:ext>
                    </a:extLst>
                  </p:cNvPr>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127" name="Google Shape;1127;p34">
                <a:extLst>
                  <a:ext uri="{FF2B5EF4-FFF2-40B4-BE49-F238E27FC236}">
                    <a16:creationId xmlns:a16="http://schemas.microsoft.com/office/drawing/2014/main" id="{99FDA2AE-63DA-5DC5-7B82-2531FF03F33B}"/>
                  </a:ext>
                </a:extLst>
              </p:cNvPr>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8" name="Google Shape;1128;p34">
                <a:extLst>
                  <a:ext uri="{FF2B5EF4-FFF2-40B4-BE49-F238E27FC236}">
                    <a16:creationId xmlns:a16="http://schemas.microsoft.com/office/drawing/2014/main" id="{A37A2710-B3EE-D809-181F-55EA26879F48}"/>
                  </a:ext>
                </a:extLst>
              </p:cNvPr>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9" name="Google Shape;1129;p34">
                <a:extLst>
                  <a:ext uri="{FF2B5EF4-FFF2-40B4-BE49-F238E27FC236}">
                    <a16:creationId xmlns:a16="http://schemas.microsoft.com/office/drawing/2014/main" id="{6BF7BB26-EDFF-49B0-DC27-6380C055021E}"/>
                  </a:ext>
                </a:extLst>
              </p:cNvPr>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pic>
        <p:nvPicPr>
          <p:cNvPr id="2" name="图片 1">
            <a:extLst>
              <a:ext uri="{FF2B5EF4-FFF2-40B4-BE49-F238E27FC236}">
                <a16:creationId xmlns:a16="http://schemas.microsoft.com/office/drawing/2014/main" id="{FA5E94C3-9A0D-EB85-346E-426B305F17CA}"/>
              </a:ext>
            </a:extLst>
          </p:cNvPr>
          <p:cNvPicPr>
            <a:picLocks noChangeAspect="1"/>
          </p:cNvPicPr>
          <p:nvPr/>
        </p:nvPicPr>
        <p:blipFill>
          <a:blip r:embed="rId3"/>
          <a:stretch>
            <a:fillRect/>
          </a:stretch>
        </p:blipFill>
        <p:spPr>
          <a:xfrm>
            <a:off x="2703643" y="2363028"/>
            <a:ext cx="3736714" cy="2335446"/>
          </a:xfrm>
          <a:prstGeom prst="rect">
            <a:avLst/>
          </a:prstGeom>
        </p:spPr>
      </p:pic>
    </p:spTree>
    <p:extLst>
      <p:ext uri="{BB962C8B-B14F-4D97-AF65-F5344CB8AC3E}">
        <p14:creationId xmlns:p14="http://schemas.microsoft.com/office/powerpoint/2010/main" val="17783417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08">
          <a:extLst>
            <a:ext uri="{FF2B5EF4-FFF2-40B4-BE49-F238E27FC236}">
              <a16:creationId xmlns:a16="http://schemas.microsoft.com/office/drawing/2014/main" id="{4E1E3246-6F53-34FC-33D4-B7FE6017B5EA}"/>
            </a:ext>
          </a:extLst>
        </p:cNvPr>
        <p:cNvGrpSpPr/>
        <p:nvPr/>
      </p:nvGrpSpPr>
      <p:grpSpPr>
        <a:xfrm>
          <a:off x="0" y="0"/>
          <a:ext cx="0" cy="0"/>
          <a:chOff x="0" y="0"/>
          <a:chExt cx="0" cy="0"/>
        </a:xfrm>
      </p:grpSpPr>
      <p:sp>
        <p:nvSpPr>
          <p:cNvPr id="1110" name="Google Shape;1110;p34">
            <a:extLst>
              <a:ext uri="{FF2B5EF4-FFF2-40B4-BE49-F238E27FC236}">
                <a16:creationId xmlns:a16="http://schemas.microsoft.com/office/drawing/2014/main" id="{8E1F193A-B1CF-0929-2D2E-5E037B00B88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US" altLang="zh-CN" sz="2400" dirty="0"/>
              <a:t>Example Workflow 9: Note to PPTX</a:t>
            </a:r>
            <a:endParaRPr lang="zh-CN" altLang="zh-CN" sz="2400" dirty="0"/>
          </a:p>
        </p:txBody>
      </p:sp>
      <p:sp>
        <p:nvSpPr>
          <p:cNvPr id="1112" name="Google Shape;1112;p34">
            <a:extLst>
              <a:ext uri="{FF2B5EF4-FFF2-40B4-BE49-F238E27FC236}">
                <a16:creationId xmlns:a16="http://schemas.microsoft.com/office/drawing/2014/main" id="{3F10A035-9E7F-5125-6105-0E2471EAE405}"/>
              </a:ext>
            </a:extLst>
          </p:cNvPr>
          <p:cNvSpPr txBox="1">
            <a:spLocks noGrp="1"/>
          </p:cNvSpPr>
          <p:nvPr>
            <p:ph type="subTitle" idx="2"/>
          </p:nvPr>
        </p:nvSpPr>
        <p:spPr>
          <a:xfrm>
            <a:off x="582706" y="1326353"/>
            <a:ext cx="7841294" cy="3372121"/>
          </a:xfrm>
          <a:prstGeom prst="rect">
            <a:avLst/>
          </a:prstGeom>
        </p:spPr>
        <p:txBody>
          <a:bodyPr spcFirstLastPara="1" wrap="square" lIns="91425" tIns="91425" rIns="91425" bIns="91425" anchor="t" anchorCtr="0">
            <a:noAutofit/>
          </a:bodyPr>
          <a:lstStyle/>
          <a:p>
            <a:pPr marL="171450" indent="-171450">
              <a:buFont typeface="Arial" panose="020B0604020202020204" pitchFamily="34" charset="0"/>
              <a:buChar char="•"/>
            </a:pPr>
            <a:r>
              <a:rPr lang="en-US" altLang="zh-CN" sz="1400" dirty="0">
                <a:latin typeface="+mj-lt"/>
              </a:rPr>
              <a:t>Once the note has been rewritten in a slide-friendly structure, the user requests conversion to pptx. As with the docx export, the assistant requests approval, the export is executed through </a:t>
            </a:r>
            <a:r>
              <a:rPr lang="en-US" altLang="zh-CN" sz="1400" dirty="0" err="1">
                <a:latin typeface="+mj-lt"/>
              </a:rPr>
              <a:t>Pandoc</a:t>
            </a:r>
            <a:r>
              <a:rPr lang="en-US" altLang="zh-CN" sz="1400" dirty="0">
                <a:latin typeface="+mj-lt"/>
              </a:rPr>
              <a:t>, and the resulting presentation file appears as a second artifact in the artifact panel.</a:t>
            </a:r>
            <a:endParaRPr lang="zh-CN" altLang="zh-CN" sz="1400" dirty="0">
              <a:latin typeface="+mj-lt"/>
            </a:endParaRPr>
          </a:p>
        </p:txBody>
      </p:sp>
      <p:grpSp>
        <p:nvGrpSpPr>
          <p:cNvPr id="1114" name="Google Shape;1114;p34">
            <a:extLst>
              <a:ext uri="{FF2B5EF4-FFF2-40B4-BE49-F238E27FC236}">
                <a16:creationId xmlns:a16="http://schemas.microsoft.com/office/drawing/2014/main" id="{0E7E66AC-0CBA-165C-F589-A75D360C4EB8}"/>
              </a:ext>
            </a:extLst>
          </p:cNvPr>
          <p:cNvGrpSpPr/>
          <p:nvPr/>
        </p:nvGrpSpPr>
        <p:grpSpPr>
          <a:xfrm>
            <a:off x="7658533" y="701383"/>
            <a:ext cx="1187311" cy="624971"/>
            <a:chOff x="3859815" y="2867310"/>
            <a:chExt cx="1262157" cy="664368"/>
          </a:xfrm>
        </p:grpSpPr>
        <p:sp>
          <p:nvSpPr>
            <p:cNvPr id="1115" name="Google Shape;1115;p34">
              <a:extLst>
                <a:ext uri="{FF2B5EF4-FFF2-40B4-BE49-F238E27FC236}">
                  <a16:creationId xmlns:a16="http://schemas.microsoft.com/office/drawing/2014/main" id="{7C0C3C2B-57B2-AC57-5267-9171789B5E03}"/>
                </a:ext>
              </a:extLst>
            </p:cNvPr>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116" name="Google Shape;1116;p34">
              <a:extLst>
                <a:ext uri="{FF2B5EF4-FFF2-40B4-BE49-F238E27FC236}">
                  <a16:creationId xmlns:a16="http://schemas.microsoft.com/office/drawing/2014/main" id="{1001527C-E2AB-300E-ADCA-A5A7BB0FE6AC}"/>
                </a:ext>
              </a:extLst>
            </p:cNvPr>
            <p:cNvGrpSpPr/>
            <p:nvPr/>
          </p:nvGrpSpPr>
          <p:grpSpPr>
            <a:xfrm>
              <a:off x="4275677" y="3065525"/>
              <a:ext cx="334517" cy="380047"/>
              <a:chOff x="4275677" y="3065525"/>
              <a:chExt cx="334517" cy="380047"/>
            </a:xfrm>
          </p:grpSpPr>
          <p:grpSp>
            <p:nvGrpSpPr>
              <p:cNvPr id="1117" name="Google Shape;1117;p34">
                <a:extLst>
                  <a:ext uri="{FF2B5EF4-FFF2-40B4-BE49-F238E27FC236}">
                    <a16:creationId xmlns:a16="http://schemas.microsoft.com/office/drawing/2014/main" id="{60A9E6AD-D258-D2AD-3082-94E9A31C53F6}"/>
                  </a:ext>
                </a:extLst>
              </p:cNvPr>
              <p:cNvGrpSpPr/>
              <p:nvPr/>
            </p:nvGrpSpPr>
            <p:grpSpPr>
              <a:xfrm>
                <a:off x="4275677" y="3065525"/>
                <a:ext cx="334517" cy="380047"/>
                <a:chOff x="4275677" y="3065525"/>
                <a:chExt cx="334517" cy="380047"/>
              </a:xfrm>
            </p:grpSpPr>
            <p:grpSp>
              <p:nvGrpSpPr>
                <p:cNvPr id="1118" name="Google Shape;1118;p34">
                  <a:extLst>
                    <a:ext uri="{FF2B5EF4-FFF2-40B4-BE49-F238E27FC236}">
                      <a16:creationId xmlns:a16="http://schemas.microsoft.com/office/drawing/2014/main" id="{01FFE92B-5E66-EFA9-A53C-27768965AE00}"/>
                    </a:ext>
                  </a:extLst>
                </p:cNvPr>
                <p:cNvGrpSpPr/>
                <p:nvPr/>
              </p:nvGrpSpPr>
              <p:grpSpPr>
                <a:xfrm>
                  <a:off x="4275677" y="3301269"/>
                  <a:ext cx="334422" cy="144303"/>
                  <a:chOff x="4275677" y="3301269"/>
                  <a:chExt cx="334422" cy="144303"/>
                </a:xfrm>
              </p:grpSpPr>
              <p:sp>
                <p:nvSpPr>
                  <p:cNvPr id="1119" name="Google Shape;1119;p34">
                    <a:extLst>
                      <a:ext uri="{FF2B5EF4-FFF2-40B4-BE49-F238E27FC236}">
                        <a16:creationId xmlns:a16="http://schemas.microsoft.com/office/drawing/2014/main" id="{D23FAC10-B209-5C14-8632-12EF35AAE383}"/>
                      </a:ext>
                    </a:extLst>
                  </p:cNvPr>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0" name="Google Shape;1120;p34">
                    <a:extLst>
                      <a:ext uri="{FF2B5EF4-FFF2-40B4-BE49-F238E27FC236}">
                        <a16:creationId xmlns:a16="http://schemas.microsoft.com/office/drawing/2014/main" id="{CA46EAFD-FA88-156A-30C4-E42DB4C55606}"/>
                      </a:ext>
                    </a:extLst>
                  </p:cNvPr>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1" name="Google Shape;1121;p34">
                  <a:extLst>
                    <a:ext uri="{FF2B5EF4-FFF2-40B4-BE49-F238E27FC236}">
                      <a16:creationId xmlns:a16="http://schemas.microsoft.com/office/drawing/2014/main" id="{66692244-DDC5-D4FE-0EAC-8BCF02E87284}"/>
                    </a:ext>
                  </a:extLst>
                </p:cNvPr>
                <p:cNvGrpSpPr/>
                <p:nvPr/>
              </p:nvGrpSpPr>
              <p:grpSpPr>
                <a:xfrm>
                  <a:off x="4275677" y="3183350"/>
                  <a:ext cx="334422" cy="144302"/>
                  <a:chOff x="4275677" y="3183350"/>
                  <a:chExt cx="334422" cy="144302"/>
                </a:xfrm>
              </p:grpSpPr>
              <p:sp>
                <p:nvSpPr>
                  <p:cNvPr id="1122" name="Google Shape;1122;p34">
                    <a:extLst>
                      <a:ext uri="{FF2B5EF4-FFF2-40B4-BE49-F238E27FC236}">
                        <a16:creationId xmlns:a16="http://schemas.microsoft.com/office/drawing/2014/main" id="{D9376031-BF38-1EAE-E6CC-51C142945AFB}"/>
                      </a:ext>
                    </a:extLst>
                  </p:cNvPr>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3" name="Google Shape;1123;p34">
                    <a:extLst>
                      <a:ext uri="{FF2B5EF4-FFF2-40B4-BE49-F238E27FC236}">
                        <a16:creationId xmlns:a16="http://schemas.microsoft.com/office/drawing/2014/main" id="{B1E31754-EF57-6593-A634-9DC1E3969124}"/>
                      </a:ext>
                    </a:extLst>
                  </p:cNvPr>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4" name="Google Shape;1124;p34">
                  <a:extLst>
                    <a:ext uri="{FF2B5EF4-FFF2-40B4-BE49-F238E27FC236}">
                      <a16:creationId xmlns:a16="http://schemas.microsoft.com/office/drawing/2014/main" id="{7048B2FC-5274-DF1E-23D5-532F25501357}"/>
                    </a:ext>
                  </a:extLst>
                </p:cNvPr>
                <p:cNvGrpSpPr/>
                <p:nvPr/>
              </p:nvGrpSpPr>
              <p:grpSpPr>
                <a:xfrm>
                  <a:off x="4275677" y="3065525"/>
                  <a:ext cx="334517" cy="144303"/>
                  <a:chOff x="4275677" y="3065525"/>
                  <a:chExt cx="334517" cy="144303"/>
                </a:xfrm>
              </p:grpSpPr>
              <p:sp>
                <p:nvSpPr>
                  <p:cNvPr id="1125" name="Google Shape;1125;p34">
                    <a:extLst>
                      <a:ext uri="{FF2B5EF4-FFF2-40B4-BE49-F238E27FC236}">
                        <a16:creationId xmlns:a16="http://schemas.microsoft.com/office/drawing/2014/main" id="{FFBEE001-BCBB-1801-612A-D30D3F746F26}"/>
                      </a:ext>
                    </a:extLst>
                  </p:cNvPr>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6" name="Google Shape;1126;p34">
                    <a:extLst>
                      <a:ext uri="{FF2B5EF4-FFF2-40B4-BE49-F238E27FC236}">
                        <a16:creationId xmlns:a16="http://schemas.microsoft.com/office/drawing/2014/main" id="{08221C8A-5A7C-D893-B9FA-6C9DCE1D0DAB}"/>
                      </a:ext>
                    </a:extLst>
                  </p:cNvPr>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127" name="Google Shape;1127;p34">
                <a:extLst>
                  <a:ext uri="{FF2B5EF4-FFF2-40B4-BE49-F238E27FC236}">
                    <a16:creationId xmlns:a16="http://schemas.microsoft.com/office/drawing/2014/main" id="{C1FE1992-B824-94E8-421E-0ADAC4837973}"/>
                  </a:ext>
                </a:extLst>
              </p:cNvPr>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8" name="Google Shape;1128;p34">
                <a:extLst>
                  <a:ext uri="{FF2B5EF4-FFF2-40B4-BE49-F238E27FC236}">
                    <a16:creationId xmlns:a16="http://schemas.microsoft.com/office/drawing/2014/main" id="{07FF5333-1F9D-D307-E3C3-4EE68834A8C4}"/>
                  </a:ext>
                </a:extLst>
              </p:cNvPr>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9" name="Google Shape;1129;p34">
                <a:extLst>
                  <a:ext uri="{FF2B5EF4-FFF2-40B4-BE49-F238E27FC236}">
                    <a16:creationId xmlns:a16="http://schemas.microsoft.com/office/drawing/2014/main" id="{4C1A8F29-ADB7-D877-8728-D978B9C0134D}"/>
                  </a:ext>
                </a:extLst>
              </p:cNvPr>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pic>
        <p:nvPicPr>
          <p:cNvPr id="3" name="图片 2">
            <a:extLst>
              <a:ext uri="{FF2B5EF4-FFF2-40B4-BE49-F238E27FC236}">
                <a16:creationId xmlns:a16="http://schemas.microsoft.com/office/drawing/2014/main" id="{228EC000-C3A7-00D6-99A9-BF37D383BA95}"/>
              </a:ext>
            </a:extLst>
          </p:cNvPr>
          <p:cNvPicPr>
            <a:picLocks noChangeAspect="1"/>
          </p:cNvPicPr>
          <p:nvPr/>
        </p:nvPicPr>
        <p:blipFill rotWithShape="1">
          <a:blip r:embed="rId3"/>
          <a:srcRect r="831" b="2456"/>
          <a:stretch>
            <a:fillRect/>
          </a:stretch>
        </p:blipFill>
        <p:spPr bwMode="auto">
          <a:xfrm>
            <a:off x="257115" y="2571750"/>
            <a:ext cx="3736714" cy="2297139"/>
          </a:xfrm>
          <a:prstGeom prst="rect">
            <a:avLst/>
          </a:prstGeom>
          <a:ln>
            <a:noFill/>
          </a:ln>
          <a:extLst>
            <a:ext uri="{53640926-AAD7-44D8-BBD7-CCE9431645EC}">
              <a14:shadowObscured xmlns:a14="http://schemas.microsoft.com/office/drawing/2010/main"/>
            </a:ext>
          </a:extLst>
        </p:spPr>
      </p:pic>
      <p:pic>
        <p:nvPicPr>
          <p:cNvPr id="4" name="图片 3">
            <a:extLst>
              <a:ext uri="{FF2B5EF4-FFF2-40B4-BE49-F238E27FC236}">
                <a16:creationId xmlns:a16="http://schemas.microsoft.com/office/drawing/2014/main" id="{C906C64D-C0E7-6EF9-2B74-670DEE469CC9}"/>
              </a:ext>
            </a:extLst>
          </p:cNvPr>
          <p:cNvPicPr>
            <a:picLocks noChangeAspect="1"/>
          </p:cNvPicPr>
          <p:nvPr/>
        </p:nvPicPr>
        <p:blipFill>
          <a:blip r:embed="rId4"/>
          <a:stretch>
            <a:fillRect/>
          </a:stretch>
        </p:blipFill>
        <p:spPr>
          <a:xfrm>
            <a:off x="4165843" y="2571750"/>
            <a:ext cx="4776254" cy="2329567"/>
          </a:xfrm>
          <a:prstGeom prst="rect">
            <a:avLst/>
          </a:prstGeom>
        </p:spPr>
      </p:pic>
    </p:spTree>
    <p:extLst>
      <p:ext uri="{BB962C8B-B14F-4D97-AF65-F5344CB8AC3E}">
        <p14:creationId xmlns:p14="http://schemas.microsoft.com/office/powerpoint/2010/main" val="3475387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08">
          <a:extLst>
            <a:ext uri="{FF2B5EF4-FFF2-40B4-BE49-F238E27FC236}">
              <a16:creationId xmlns:a16="http://schemas.microsoft.com/office/drawing/2014/main" id="{7FFC4FDE-E0AD-42DF-41C6-B06712D35D33}"/>
            </a:ext>
          </a:extLst>
        </p:cNvPr>
        <p:cNvGrpSpPr/>
        <p:nvPr/>
      </p:nvGrpSpPr>
      <p:grpSpPr>
        <a:xfrm>
          <a:off x="0" y="0"/>
          <a:ext cx="0" cy="0"/>
          <a:chOff x="0" y="0"/>
          <a:chExt cx="0" cy="0"/>
        </a:xfrm>
      </p:grpSpPr>
      <p:sp>
        <p:nvSpPr>
          <p:cNvPr id="1110" name="Google Shape;1110;p34">
            <a:extLst>
              <a:ext uri="{FF2B5EF4-FFF2-40B4-BE49-F238E27FC236}">
                <a16:creationId xmlns:a16="http://schemas.microsoft.com/office/drawing/2014/main" id="{390CEE76-D36A-374B-EE52-2A0EE7B3CBCD}"/>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US" altLang="zh-CN" sz="2400" dirty="0"/>
              <a:t>Example Workflow 10: Upload to Drive</a:t>
            </a:r>
            <a:endParaRPr lang="zh-CN" altLang="zh-CN" sz="2400" dirty="0"/>
          </a:p>
        </p:txBody>
      </p:sp>
      <p:sp>
        <p:nvSpPr>
          <p:cNvPr id="1112" name="Google Shape;1112;p34">
            <a:extLst>
              <a:ext uri="{FF2B5EF4-FFF2-40B4-BE49-F238E27FC236}">
                <a16:creationId xmlns:a16="http://schemas.microsoft.com/office/drawing/2014/main" id="{89F91778-279D-4E3E-0B27-3EDADCDDA4A8}"/>
              </a:ext>
            </a:extLst>
          </p:cNvPr>
          <p:cNvSpPr txBox="1">
            <a:spLocks noGrp="1"/>
          </p:cNvSpPr>
          <p:nvPr>
            <p:ph type="subTitle" idx="2"/>
          </p:nvPr>
        </p:nvSpPr>
        <p:spPr>
          <a:xfrm>
            <a:off x="582706" y="1326353"/>
            <a:ext cx="8263138" cy="3372121"/>
          </a:xfrm>
          <a:prstGeom prst="rect">
            <a:avLst/>
          </a:prstGeom>
        </p:spPr>
        <p:txBody>
          <a:bodyPr spcFirstLastPara="1" wrap="square" lIns="91425" tIns="91425" rIns="91425" bIns="91425" anchor="t" anchorCtr="0">
            <a:noAutofit/>
          </a:bodyPr>
          <a:lstStyle/>
          <a:p>
            <a:pPr marL="171450" indent="-171450">
              <a:buFont typeface="Arial" panose="020B0604020202020204" pitchFamily="34" charset="0"/>
              <a:buChar char="•"/>
            </a:pPr>
            <a:r>
              <a:rPr lang="en-US" altLang="zh-CN" sz="1400" dirty="0">
                <a:latin typeface="+mj-lt"/>
              </a:rPr>
              <a:t>Finally, the user requests backup of both generated artifacts to Google Drive. Each upload request is approval-controlled, and after approval the files are written into the app-managed Drive folder. The artifact panel then reflects the uploaded state for both files.</a:t>
            </a:r>
            <a:endParaRPr lang="zh-CN" altLang="zh-CN" sz="1400" dirty="0">
              <a:latin typeface="+mj-lt"/>
            </a:endParaRPr>
          </a:p>
        </p:txBody>
      </p:sp>
      <p:grpSp>
        <p:nvGrpSpPr>
          <p:cNvPr id="1114" name="Google Shape;1114;p34">
            <a:extLst>
              <a:ext uri="{FF2B5EF4-FFF2-40B4-BE49-F238E27FC236}">
                <a16:creationId xmlns:a16="http://schemas.microsoft.com/office/drawing/2014/main" id="{C45662DD-F9C7-50F9-D401-84ACB826CD9B}"/>
              </a:ext>
            </a:extLst>
          </p:cNvPr>
          <p:cNvGrpSpPr/>
          <p:nvPr/>
        </p:nvGrpSpPr>
        <p:grpSpPr>
          <a:xfrm>
            <a:off x="7658533" y="701383"/>
            <a:ext cx="1187311" cy="624971"/>
            <a:chOff x="3859815" y="2867310"/>
            <a:chExt cx="1262157" cy="664368"/>
          </a:xfrm>
        </p:grpSpPr>
        <p:sp>
          <p:nvSpPr>
            <p:cNvPr id="1115" name="Google Shape;1115;p34">
              <a:extLst>
                <a:ext uri="{FF2B5EF4-FFF2-40B4-BE49-F238E27FC236}">
                  <a16:creationId xmlns:a16="http://schemas.microsoft.com/office/drawing/2014/main" id="{250005D2-BF39-E30D-6B94-80400699A66B}"/>
                </a:ext>
              </a:extLst>
            </p:cNvPr>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116" name="Google Shape;1116;p34">
              <a:extLst>
                <a:ext uri="{FF2B5EF4-FFF2-40B4-BE49-F238E27FC236}">
                  <a16:creationId xmlns:a16="http://schemas.microsoft.com/office/drawing/2014/main" id="{3EC676BB-BC7C-A6B5-DDD3-A057DFE65B62}"/>
                </a:ext>
              </a:extLst>
            </p:cNvPr>
            <p:cNvGrpSpPr/>
            <p:nvPr/>
          </p:nvGrpSpPr>
          <p:grpSpPr>
            <a:xfrm>
              <a:off x="4275677" y="3065525"/>
              <a:ext cx="334517" cy="380047"/>
              <a:chOff x="4275677" y="3065525"/>
              <a:chExt cx="334517" cy="380047"/>
            </a:xfrm>
          </p:grpSpPr>
          <p:grpSp>
            <p:nvGrpSpPr>
              <p:cNvPr id="1117" name="Google Shape;1117;p34">
                <a:extLst>
                  <a:ext uri="{FF2B5EF4-FFF2-40B4-BE49-F238E27FC236}">
                    <a16:creationId xmlns:a16="http://schemas.microsoft.com/office/drawing/2014/main" id="{32F2AE22-458C-9140-50AB-A3BEEB82B199}"/>
                  </a:ext>
                </a:extLst>
              </p:cNvPr>
              <p:cNvGrpSpPr/>
              <p:nvPr/>
            </p:nvGrpSpPr>
            <p:grpSpPr>
              <a:xfrm>
                <a:off x="4275677" y="3065525"/>
                <a:ext cx="334517" cy="380047"/>
                <a:chOff x="4275677" y="3065525"/>
                <a:chExt cx="334517" cy="380047"/>
              </a:xfrm>
            </p:grpSpPr>
            <p:grpSp>
              <p:nvGrpSpPr>
                <p:cNvPr id="1118" name="Google Shape;1118;p34">
                  <a:extLst>
                    <a:ext uri="{FF2B5EF4-FFF2-40B4-BE49-F238E27FC236}">
                      <a16:creationId xmlns:a16="http://schemas.microsoft.com/office/drawing/2014/main" id="{38B550D1-B75A-6DAE-A754-C76039C9ACA6}"/>
                    </a:ext>
                  </a:extLst>
                </p:cNvPr>
                <p:cNvGrpSpPr/>
                <p:nvPr/>
              </p:nvGrpSpPr>
              <p:grpSpPr>
                <a:xfrm>
                  <a:off x="4275677" y="3301269"/>
                  <a:ext cx="334422" cy="144303"/>
                  <a:chOff x="4275677" y="3301269"/>
                  <a:chExt cx="334422" cy="144303"/>
                </a:xfrm>
              </p:grpSpPr>
              <p:sp>
                <p:nvSpPr>
                  <p:cNvPr id="1119" name="Google Shape;1119;p34">
                    <a:extLst>
                      <a:ext uri="{FF2B5EF4-FFF2-40B4-BE49-F238E27FC236}">
                        <a16:creationId xmlns:a16="http://schemas.microsoft.com/office/drawing/2014/main" id="{ED77DC86-D32D-AF95-60F3-65EE584CAA90}"/>
                      </a:ext>
                    </a:extLst>
                  </p:cNvPr>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0" name="Google Shape;1120;p34">
                    <a:extLst>
                      <a:ext uri="{FF2B5EF4-FFF2-40B4-BE49-F238E27FC236}">
                        <a16:creationId xmlns:a16="http://schemas.microsoft.com/office/drawing/2014/main" id="{2FA46C57-85FB-5EEE-0ED9-6438D1689565}"/>
                      </a:ext>
                    </a:extLst>
                  </p:cNvPr>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1" name="Google Shape;1121;p34">
                  <a:extLst>
                    <a:ext uri="{FF2B5EF4-FFF2-40B4-BE49-F238E27FC236}">
                      <a16:creationId xmlns:a16="http://schemas.microsoft.com/office/drawing/2014/main" id="{E1194D85-2EFA-6312-A8A0-C569D66063B0}"/>
                    </a:ext>
                  </a:extLst>
                </p:cNvPr>
                <p:cNvGrpSpPr/>
                <p:nvPr/>
              </p:nvGrpSpPr>
              <p:grpSpPr>
                <a:xfrm>
                  <a:off x="4275677" y="3183350"/>
                  <a:ext cx="334422" cy="144302"/>
                  <a:chOff x="4275677" y="3183350"/>
                  <a:chExt cx="334422" cy="144302"/>
                </a:xfrm>
              </p:grpSpPr>
              <p:sp>
                <p:nvSpPr>
                  <p:cNvPr id="1122" name="Google Shape;1122;p34">
                    <a:extLst>
                      <a:ext uri="{FF2B5EF4-FFF2-40B4-BE49-F238E27FC236}">
                        <a16:creationId xmlns:a16="http://schemas.microsoft.com/office/drawing/2014/main" id="{4137F079-98CF-9577-3900-54B1403B8A63}"/>
                      </a:ext>
                    </a:extLst>
                  </p:cNvPr>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3" name="Google Shape;1123;p34">
                    <a:extLst>
                      <a:ext uri="{FF2B5EF4-FFF2-40B4-BE49-F238E27FC236}">
                        <a16:creationId xmlns:a16="http://schemas.microsoft.com/office/drawing/2014/main" id="{7BA30495-ED9A-B8A2-6A51-83AB39FA5339}"/>
                      </a:ext>
                    </a:extLst>
                  </p:cNvPr>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4" name="Google Shape;1124;p34">
                  <a:extLst>
                    <a:ext uri="{FF2B5EF4-FFF2-40B4-BE49-F238E27FC236}">
                      <a16:creationId xmlns:a16="http://schemas.microsoft.com/office/drawing/2014/main" id="{68FEFB3D-0C91-6B5F-3C52-5BF3970737F7}"/>
                    </a:ext>
                  </a:extLst>
                </p:cNvPr>
                <p:cNvGrpSpPr/>
                <p:nvPr/>
              </p:nvGrpSpPr>
              <p:grpSpPr>
                <a:xfrm>
                  <a:off x="4275677" y="3065525"/>
                  <a:ext cx="334517" cy="144303"/>
                  <a:chOff x="4275677" y="3065525"/>
                  <a:chExt cx="334517" cy="144303"/>
                </a:xfrm>
              </p:grpSpPr>
              <p:sp>
                <p:nvSpPr>
                  <p:cNvPr id="1125" name="Google Shape;1125;p34">
                    <a:extLst>
                      <a:ext uri="{FF2B5EF4-FFF2-40B4-BE49-F238E27FC236}">
                        <a16:creationId xmlns:a16="http://schemas.microsoft.com/office/drawing/2014/main" id="{2C0ED8FC-EA22-6968-2987-890DDEFE868A}"/>
                      </a:ext>
                    </a:extLst>
                  </p:cNvPr>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6" name="Google Shape;1126;p34">
                    <a:extLst>
                      <a:ext uri="{FF2B5EF4-FFF2-40B4-BE49-F238E27FC236}">
                        <a16:creationId xmlns:a16="http://schemas.microsoft.com/office/drawing/2014/main" id="{259188EA-BF9F-471A-7997-DC52E2CEFDE4}"/>
                      </a:ext>
                    </a:extLst>
                  </p:cNvPr>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127" name="Google Shape;1127;p34">
                <a:extLst>
                  <a:ext uri="{FF2B5EF4-FFF2-40B4-BE49-F238E27FC236}">
                    <a16:creationId xmlns:a16="http://schemas.microsoft.com/office/drawing/2014/main" id="{8BC8D4FC-C138-7D75-586D-95D6D7963F42}"/>
                  </a:ext>
                </a:extLst>
              </p:cNvPr>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8" name="Google Shape;1128;p34">
                <a:extLst>
                  <a:ext uri="{FF2B5EF4-FFF2-40B4-BE49-F238E27FC236}">
                    <a16:creationId xmlns:a16="http://schemas.microsoft.com/office/drawing/2014/main" id="{88D3F0D7-F68A-0280-2559-8A8BC2C2DC3F}"/>
                  </a:ext>
                </a:extLst>
              </p:cNvPr>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9" name="Google Shape;1129;p34">
                <a:extLst>
                  <a:ext uri="{FF2B5EF4-FFF2-40B4-BE49-F238E27FC236}">
                    <a16:creationId xmlns:a16="http://schemas.microsoft.com/office/drawing/2014/main" id="{E52297AC-0253-09CA-2858-C18037992AED}"/>
                  </a:ext>
                </a:extLst>
              </p:cNvPr>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pic>
        <p:nvPicPr>
          <p:cNvPr id="2" name="图片 1">
            <a:extLst>
              <a:ext uri="{FF2B5EF4-FFF2-40B4-BE49-F238E27FC236}">
                <a16:creationId xmlns:a16="http://schemas.microsoft.com/office/drawing/2014/main" id="{E1F79CA3-C931-54D7-435D-04D14A687F5C}"/>
              </a:ext>
            </a:extLst>
          </p:cNvPr>
          <p:cNvPicPr>
            <a:picLocks noChangeAspect="1"/>
          </p:cNvPicPr>
          <p:nvPr/>
        </p:nvPicPr>
        <p:blipFill rotWithShape="1">
          <a:blip r:embed="rId3"/>
          <a:srcRect l="22650" t="29071" r="24031" b="33533"/>
          <a:stretch>
            <a:fillRect/>
          </a:stretch>
        </p:blipFill>
        <p:spPr bwMode="auto">
          <a:xfrm>
            <a:off x="822798" y="3481773"/>
            <a:ext cx="2995352" cy="1312953"/>
          </a:xfrm>
          <a:prstGeom prst="rect">
            <a:avLst/>
          </a:prstGeom>
          <a:ln>
            <a:noFill/>
          </a:ln>
          <a:extLst>
            <a:ext uri="{53640926-AAD7-44D8-BBD7-CCE9431645EC}">
              <a14:shadowObscured xmlns:a14="http://schemas.microsoft.com/office/drawing/2010/main"/>
            </a:ext>
          </a:extLst>
        </p:spPr>
      </p:pic>
      <p:pic>
        <p:nvPicPr>
          <p:cNvPr id="5" name="图片 4">
            <a:extLst>
              <a:ext uri="{FF2B5EF4-FFF2-40B4-BE49-F238E27FC236}">
                <a16:creationId xmlns:a16="http://schemas.microsoft.com/office/drawing/2014/main" id="{2C6C4412-37B8-1D6F-C77F-3509DE66AEA2}"/>
              </a:ext>
            </a:extLst>
          </p:cNvPr>
          <p:cNvPicPr>
            <a:picLocks noChangeAspect="1"/>
          </p:cNvPicPr>
          <p:nvPr/>
        </p:nvPicPr>
        <p:blipFill rotWithShape="1">
          <a:blip r:embed="rId4"/>
          <a:srcRect l="22531" t="29403" r="23393" b="33733"/>
          <a:stretch>
            <a:fillRect/>
          </a:stretch>
        </p:blipFill>
        <p:spPr bwMode="auto">
          <a:xfrm>
            <a:off x="840170" y="2220455"/>
            <a:ext cx="2960608" cy="1261318"/>
          </a:xfrm>
          <a:prstGeom prst="rect">
            <a:avLst/>
          </a:prstGeom>
          <a:ln>
            <a:noFill/>
          </a:ln>
          <a:extLst>
            <a:ext uri="{53640926-AAD7-44D8-BBD7-CCE9431645EC}">
              <a14:shadowObscured xmlns:a14="http://schemas.microsoft.com/office/drawing/2010/main"/>
            </a:ext>
          </a:extLst>
        </p:spPr>
      </p:pic>
      <p:pic>
        <p:nvPicPr>
          <p:cNvPr id="6" name="图片 5">
            <a:extLst>
              <a:ext uri="{FF2B5EF4-FFF2-40B4-BE49-F238E27FC236}">
                <a16:creationId xmlns:a16="http://schemas.microsoft.com/office/drawing/2014/main" id="{527FC752-AAEE-D577-A2D9-BC4D2DBE2898}"/>
              </a:ext>
            </a:extLst>
          </p:cNvPr>
          <p:cNvPicPr>
            <a:picLocks noChangeAspect="1"/>
          </p:cNvPicPr>
          <p:nvPr/>
        </p:nvPicPr>
        <p:blipFill rotWithShape="1">
          <a:blip r:embed="rId5"/>
          <a:srcRect t="11348"/>
          <a:stretch>
            <a:fillRect/>
          </a:stretch>
        </p:blipFill>
        <p:spPr bwMode="auto">
          <a:xfrm>
            <a:off x="3966648" y="2220455"/>
            <a:ext cx="4683374" cy="247801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77612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68">
          <a:extLst>
            <a:ext uri="{FF2B5EF4-FFF2-40B4-BE49-F238E27FC236}">
              <a16:creationId xmlns:a16="http://schemas.microsoft.com/office/drawing/2014/main" id="{5713081B-937B-3D70-7D77-BFBA3D36B9EF}"/>
            </a:ext>
          </a:extLst>
        </p:cNvPr>
        <p:cNvGrpSpPr/>
        <p:nvPr/>
      </p:nvGrpSpPr>
      <p:grpSpPr>
        <a:xfrm>
          <a:off x="0" y="0"/>
          <a:ext cx="0" cy="0"/>
          <a:chOff x="0" y="0"/>
          <a:chExt cx="0" cy="0"/>
        </a:xfrm>
      </p:grpSpPr>
      <p:sp>
        <p:nvSpPr>
          <p:cNvPr id="1469" name="Google Shape;1469;p46">
            <a:extLst>
              <a:ext uri="{FF2B5EF4-FFF2-40B4-BE49-F238E27FC236}">
                <a16:creationId xmlns:a16="http://schemas.microsoft.com/office/drawing/2014/main" id="{780269D8-9F12-9123-D1AB-610F2B018310}"/>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altLang="zh-CN" dirty="0"/>
              <a:t>Conclusion</a:t>
            </a:r>
            <a:endParaRPr dirty="0"/>
          </a:p>
        </p:txBody>
      </p:sp>
      <p:sp>
        <p:nvSpPr>
          <p:cNvPr id="4" name="Google Shape;1112;p34">
            <a:extLst>
              <a:ext uri="{FF2B5EF4-FFF2-40B4-BE49-F238E27FC236}">
                <a16:creationId xmlns:a16="http://schemas.microsoft.com/office/drawing/2014/main" id="{A3CD2D5E-5310-332C-4A8A-45DB4354108D}"/>
              </a:ext>
            </a:extLst>
          </p:cNvPr>
          <p:cNvSpPr txBox="1">
            <a:spLocks/>
          </p:cNvSpPr>
          <p:nvPr/>
        </p:nvSpPr>
        <p:spPr>
          <a:xfrm>
            <a:off x="720000" y="1399310"/>
            <a:ext cx="7476565" cy="337212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altLang="zh-CN" dirty="0" err="1"/>
              <a:t>LearnPilot</a:t>
            </a:r>
            <a:r>
              <a:rPr lang="en-US" altLang="zh-CN" dirty="0"/>
              <a:t> demonstrates a working </a:t>
            </a:r>
            <a:r>
              <a:rPr lang="en-US" altLang="zh-CN" dirty="0" err="1"/>
              <a:t>PAaaS</a:t>
            </a:r>
            <a:r>
              <a:rPr lang="en-US" altLang="zh-CN" dirty="0"/>
              <a:t> platform for academic workflows</a:t>
            </a:r>
            <a:endParaRPr lang="zh-CN" altLang="zh-CN" dirty="0"/>
          </a:p>
          <a:p>
            <a:pPr lvl="0"/>
            <a:endParaRPr lang="en-US" altLang="zh-CN" dirty="0"/>
          </a:p>
          <a:p>
            <a:pPr lvl="0"/>
            <a:r>
              <a:rPr lang="en-US" altLang="zh-CN" dirty="0"/>
              <a:t>Core delivered capabilities:</a:t>
            </a:r>
            <a:endParaRPr lang="zh-CN" altLang="zh-CN" dirty="0"/>
          </a:p>
          <a:p>
            <a:pPr marL="285750" lvl="1" indent="-285750">
              <a:buFont typeface="Arial" panose="020B0604020202020204" pitchFamily="34" charset="0"/>
              <a:buChar char="•"/>
            </a:pPr>
            <a:r>
              <a:rPr lang="en-US" altLang="zh-CN" dirty="0"/>
              <a:t>persistent chat</a:t>
            </a:r>
            <a:endParaRPr lang="zh-CN" altLang="zh-CN" dirty="0"/>
          </a:p>
          <a:p>
            <a:pPr marL="285750" lvl="1" indent="-285750">
              <a:buFont typeface="Arial" panose="020B0604020202020204" pitchFamily="34" charset="0"/>
              <a:buChar char="•"/>
            </a:pPr>
            <a:r>
              <a:rPr lang="en-US" altLang="zh-CN" dirty="0"/>
              <a:t>document-aware assistance</a:t>
            </a:r>
            <a:endParaRPr lang="zh-CN" altLang="zh-CN" dirty="0"/>
          </a:p>
          <a:p>
            <a:pPr marL="285750" lvl="1" indent="-285750">
              <a:buFont typeface="Arial" panose="020B0604020202020204" pitchFamily="34" charset="0"/>
              <a:buChar char="•"/>
            </a:pPr>
            <a:r>
              <a:rPr lang="en-US" altLang="zh-CN" dirty="0"/>
              <a:t>session notes</a:t>
            </a:r>
            <a:endParaRPr lang="zh-CN" altLang="zh-CN" dirty="0"/>
          </a:p>
          <a:p>
            <a:pPr marL="285750" lvl="1" indent="-285750">
              <a:buFont typeface="Arial" panose="020B0604020202020204" pitchFamily="34" charset="0"/>
              <a:buChar char="•"/>
            </a:pPr>
            <a:r>
              <a:rPr lang="en-US" altLang="zh-CN" dirty="0"/>
              <a:t>approval-aware tool execution</a:t>
            </a:r>
            <a:endParaRPr lang="zh-CN" altLang="zh-CN" dirty="0"/>
          </a:p>
          <a:p>
            <a:pPr marL="285750" lvl="1" indent="-285750">
              <a:buFont typeface="Arial" panose="020B0604020202020204" pitchFamily="34" charset="0"/>
              <a:buChar char="•"/>
            </a:pPr>
            <a:r>
              <a:rPr lang="en-US" altLang="zh-CN" dirty="0"/>
              <a:t>office-document export</a:t>
            </a:r>
            <a:endParaRPr lang="zh-CN" altLang="zh-CN" dirty="0"/>
          </a:p>
          <a:p>
            <a:pPr marL="285750" lvl="1" indent="-285750">
              <a:buFont typeface="Arial" panose="020B0604020202020204" pitchFamily="34" charset="0"/>
              <a:buChar char="•"/>
            </a:pPr>
            <a:r>
              <a:rPr lang="en-US" altLang="zh-CN" dirty="0"/>
              <a:t>cloud backup</a:t>
            </a:r>
            <a:endParaRPr lang="zh-CN" altLang="zh-CN" dirty="0"/>
          </a:p>
          <a:p>
            <a:endParaRPr lang="en-US" altLang="zh-CN" dirty="0"/>
          </a:p>
          <a:p>
            <a:r>
              <a:rPr lang="en-US" altLang="zh-CN" dirty="0"/>
              <a:t>Possible improvements: - OCR-based recognition for scanned inputs - support for more input and output file formats - more asynchronous API execution for more concurrent tasks - template-based formatting support for </a:t>
            </a:r>
            <a:r>
              <a:rPr lang="en-US" altLang="zh-CN" sz="1200" dirty="0"/>
              <a:t>docx</a:t>
            </a:r>
            <a:r>
              <a:rPr lang="en-US" altLang="zh-CN" dirty="0"/>
              <a:t> and </a:t>
            </a:r>
            <a:r>
              <a:rPr lang="en-US" altLang="zh-CN" sz="1200" dirty="0"/>
              <a:t>pptx</a:t>
            </a:r>
            <a:endParaRPr lang="zh-CN" altLang="zh-CN" dirty="0"/>
          </a:p>
          <a:p>
            <a:endParaRPr lang="zh-CN" altLang="zh-CN" dirty="0"/>
          </a:p>
        </p:txBody>
      </p:sp>
    </p:spTree>
    <p:extLst>
      <p:ext uri="{BB962C8B-B14F-4D97-AF65-F5344CB8AC3E}">
        <p14:creationId xmlns:p14="http://schemas.microsoft.com/office/powerpoint/2010/main" val="4251474620"/>
      </p:ext>
    </p:extLst>
  </p:cSld>
  <p:clrMapOvr>
    <a:masterClrMapping/>
  </p:clrMapOvr>
</p:sld>
</file>

<file path=ppt/theme/theme1.xml><?xml version="1.0" encoding="utf-8"?>
<a:theme xmlns:a="http://schemas.openxmlformats.org/drawingml/2006/main" name="Multimedia Software Pitch Deck by Slidesgo">
  <a:themeElements>
    <a:clrScheme name="Simple Light">
      <a:dk1>
        <a:srgbClr val="35363B"/>
      </a:dk1>
      <a:lt1>
        <a:srgbClr val="F3F3F3"/>
      </a:lt1>
      <a:dk2>
        <a:srgbClr val="D9DDE3"/>
      </a:dk2>
      <a:lt2>
        <a:srgbClr val="BA0034"/>
      </a:lt2>
      <a:accent1>
        <a:srgbClr val="F8B85E"/>
      </a:accent1>
      <a:accent2>
        <a:srgbClr val="34909D"/>
      </a:accent2>
      <a:accent3>
        <a:srgbClr val="55C0ED"/>
      </a:accent3>
      <a:accent4>
        <a:srgbClr val="6F7082"/>
      </a:accent4>
      <a:accent5>
        <a:srgbClr val="CED0D6"/>
      </a:accent5>
      <a:accent6>
        <a:srgbClr val="42444F"/>
      </a:accent6>
      <a:hlink>
        <a:srgbClr val="35363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729</TotalTime>
  <Words>1133</Words>
  <Application>Microsoft Office PowerPoint</Application>
  <PresentationFormat>全屏显示(16:9)</PresentationFormat>
  <Paragraphs>183</Paragraphs>
  <Slides>19</Slides>
  <Notes>19</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19</vt:i4>
      </vt:variant>
    </vt:vector>
  </HeadingPairs>
  <TitlesOfParts>
    <vt:vector size="26" baseType="lpstr">
      <vt:lpstr>Lato</vt:lpstr>
      <vt:lpstr>Calibri</vt:lpstr>
      <vt:lpstr>Arial</vt:lpstr>
      <vt:lpstr>Nunito Light</vt:lpstr>
      <vt:lpstr>Epilogue</vt:lpstr>
      <vt:lpstr>Raleway</vt:lpstr>
      <vt:lpstr>Multimedia Software Pitch Deck by Slidesgo</vt:lpstr>
      <vt:lpstr>Learn Pilot</vt:lpstr>
      <vt:lpstr>Problem and Motivation</vt:lpstr>
      <vt:lpstr>System Architecture</vt:lpstr>
      <vt:lpstr>External Tools and Integrations</vt:lpstr>
      <vt:lpstr>Backend Design</vt:lpstr>
      <vt:lpstr>API Modules</vt:lpstr>
      <vt:lpstr>Database Design</vt:lpstr>
      <vt:lpstr>Frontend Design</vt:lpstr>
      <vt:lpstr>Example Workflow 1: Sign Up and Login</vt:lpstr>
      <vt:lpstr>Example Workflow 2: OpenAI &amp; Google config</vt:lpstr>
      <vt:lpstr>Example Workflow 3: New chat</vt:lpstr>
      <vt:lpstr>Example Workflow 4: Document Summary</vt:lpstr>
      <vt:lpstr>Example Workflow 5: Calendar Events</vt:lpstr>
      <vt:lpstr>Example Workflow 6: Generate Note</vt:lpstr>
      <vt:lpstr>Example Workflow 7: Note to DOCX</vt:lpstr>
      <vt:lpstr>Example Workflow 8: Presentable Note</vt:lpstr>
      <vt:lpstr>Example Workflow 9: Note to PPTX</vt:lpstr>
      <vt:lpstr>Example Workflow 10: Upload to Drive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Gu shucheng</cp:lastModifiedBy>
  <cp:revision>4</cp:revision>
  <dcterms:modified xsi:type="dcterms:W3CDTF">2026-04-18T04:15:16Z</dcterms:modified>
</cp:coreProperties>
</file>